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74" r:id="rId7"/>
    <p:sldId id="277" r:id="rId8"/>
    <p:sldId id="276" r:id="rId9"/>
    <p:sldId id="261" r:id="rId10"/>
    <p:sldId id="278" r:id="rId11"/>
    <p:sldId id="263" r:id="rId12"/>
    <p:sldId id="269" r:id="rId13"/>
    <p:sldId id="264" r:id="rId14"/>
    <p:sldId id="270" r:id="rId15"/>
    <p:sldId id="265" r:id="rId16"/>
    <p:sldId id="271" r:id="rId17"/>
    <p:sldId id="266" r:id="rId18"/>
    <p:sldId id="272" r:id="rId19"/>
    <p:sldId id="267" r:id="rId20"/>
    <p:sldId id="268" r:id="rId21"/>
    <p:sldId id="279" r:id="rId22"/>
    <p:sldId id="280" r:id="rId23"/>
    <p:sldId id="281" r:id="rId24"/>
    <p:sldId id="28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8"/>
    <p:restoredTop sz="94674"/>
  </p:normalViewPr>
  <p:slideViewPr>
    <p:cSldViewPr snapToGrid="0">
      <p:cViewPr varScale="1">
        <p:scale>
          <a:sx n="102" d="100"/>
          <a:sy n="102" d="100"/>
        </p:scale>
        <p:origin x="6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Lit>
              <c:ptCount val="2"/>
              <c:pt idx="0">
                <c:v>Male</c:v>
              </c:pt>
              <c:pt idx="1">
                <c:v>Female</c:v>
              </c:pt>
            </c:strLit>
          </c:cat>
          <c:val>
            <c:numLit>
              <c:formatCode>#,##0</c:formatCode>
              <c:ptCount val="2"/>
              <c:pt idx="0">
                <c:v>60.434615402092376</c:v>
              </c:pt>
              <c:pt idx="1">
                <c:v>60.016583786858781</c:v>
              </c:pt>
            </c:numLit>
          </c:val>
          <c:extLst>
            <c:ext xmlns:c16="http://schemas.microsoft.com/office/drawing/2014/chart" uri="{C3380CC4-5D6E-409C-BE32-E72D297353CC}">
              <c16:uniqueId val="{00000000-12E4-864B-87BD-252EC2C1E0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88400416"/>
        <c:axId val="585612464"/>
      </c:barChart>
      <c:catAx>
        <c:axId val="58840041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aseline="0"/>
                  <a:t>Gender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5612464"/>
        <c:crosses val="autoZero"/>
        <c:auto val="1"/>
        <c:lblAlgn val="ctr"/>
        <c:lblOffset val="100"/>
        <c:noMultiLvlLbl val="0"/>
      </c:catAx>
      <c:valAx>
        <c:axId val="585612464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aseline="0" dirty="0"/>
                  <a:t> Mean Satisfaction 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84004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Lit>
              <c:ptCount val="2"/>
              <c:pt idx="0">
                <c:v>Agency</c:v>
              </c:pt>
              <c:pt idx="1">
                <c:v>Hotel</c:v>
              </c:pt>
            </c:strLit>
          </c:cat>
          <c:val>
            <c:numLit>
              <c:formatCode>#,##0</c:formatCode>
              <c:ptCount val="2"/>
              <c:pt idx="0">
                <c:v>68.785652720534415</c:v>
              </c:pt>
              <c:pt idx="1">
                <c:v>49.661202049970811</c:v>
              </c:pt>
            </c:numLit>
          </c:val>
          <c:extLst>
            <c:ext xmlns:c16="http://schemas.microsoft.com/office/drawing/2014/chart" uri="{C3380CC4-5D6E-409C-BE32-E72D297353CC}">
              <c16:uniqueId val="{00000000-09BE-B845-A2C2-E439B513B0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88400416"/>
        <c:axId val="585612464"/>
      </c:barChart>
      <c:catAx>
        <c:axId val="58840041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aseline="0"/>
                  <a:t>Channel of Booking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5612464"/>
        <c:crosses val="autoZero"/>
        <c:auto val="1"/>
        <c:lblAlgn val="ctr"/>
        <c:lblOffset val="100"/>
        <c:noMultiLvlLbl val="0"/>
      </c:catAx>
      <c:valAx>
        <c:axId val="5856124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aseline="0" dirty="0"/>
                  <a:t>Mean Satisfaction Score</a:t>
                </a:r>
              </a:p>
            </c:rich>
          </c:tx>
          <c:layout>
            <c:manualLayout>
              <c:xMode val="edge"/>
              <c:yMode val="edge"/>
              <c:x val="1.7317816569686895E-2"/>
              <c:y val="0.2293418062133377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84004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Lit>
              <c:ptCount val="2"/>
              <c:pt idx="0">
                <c:v>Group</c:v>
              </c:pt>
              <c:pt idx="1">
                <c:v>Independent</c:v>
              </c:pt>
            </c:strLit>
          </c:cat>
          <c:val>
            <c:numLit>
              <c:formatCode>#,##0</c:formatCode>
              <c:ptCount val="2"/>
              <c:pt idx="0">
                <c:v>64.955674436283246</c:v>
              </c:pt>
              <c:pt idx="1">
                <c:v>46.025868003966757</c:v>
              </c:pt>
            </c:numLit>
          </c:val>
          <c:extLst>
            <c:ext xmlns:c16="http://schemas.microsoft.com/office/drawing/2014/chart" uri="{C3380CC4-5D6E-409C-BE32-E72D297353CC}">
              <c16:uniqueId val="{00000000-64F2-774F-BD40-B5AF7DA9E4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88400416"/>
        <c:axId val="585612464"/>
      </c:barChart>
      <c:catAx>
        <c:axId val="58840041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aseline="0"/>
                  <a:t>Travel Type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5612464"/>
        <c:crosses val="autoZero"/>
        <c:auto val="1"/>
        <c:lblAlgn val="ctr"/>
        <c:lblOffset val="100"/>
        <c:noMultiLvlLbl val="0"/>
      </c:catAx>
      <c:valAx>
        <c:axId val="5856124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aseline="0"/>
                  <a:t>Mean Satisfaction 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84004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A6AF79-B9C8-480D-B262-BBC3FC2FAD1B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890940C-6C99-474D-AE91-A5D0888B467F}">
      <dgm:prSet/>
      <dgm:spPr/>
      <dgm:t>
        <a:bodyPr/>
        <a:lstStyle/>
        <a:p>
          <a:r>
            <a:rPr lang="en-US" b="1"/>
            <a:t>Sample Size:</a:t>
          </a:r>
          <a:r>
            <a:rPr lang="en-US"/>
            <a:t> 78,651 reviews</a:t>
          </a:r>
        </a:p>
      </dgm:t>
    </dgm:pt>
    <dgm:pt modelId="{944EDB2C-FD36-49F6-9C81-145B0ED13434}" type="parTrans" cxnId="{624FA6D3-33D1-4650-90F9-56F91C05E7BE}">
      <dgm:prSet/>
      <dgm:spPr/>
      <dgm:t>
        <a:bodyPr/>
        <a:lstStyle/>
        <a:p>
          <a:endParaRPr lang="en-US"/>
        </a:p>
      </dgm:t>
    </dgm:pt>
    <dgm:pt modelId="{DB1E94CC-EB39-4EBE-BBDB-8CC60E5B4FA6}" type="sibTrans" cxnId="{624FA6D3-33D1-4650-90F9-56F91C05E7BE}">
      <dgm:prSet/>
      <dgm:spPr/>
      <dgm:t>
        <a:bodyPr/>
        <a:lstStyle/>
        <a:p>
          <a:endParaRPr lang="en-US"/>
        </a:p>
      </dgm:t>
    </dgm:pt>
    <dgm:pt modelId="{D5F53C86-0A7E-4C96-95CE-B57F0EF02BBD}">
      <dgm:prSet/>
      <dgm:spPr/>
      <dgm:t>
        <a:bodyPr/>
        <a:lstStyle/>
        <a:p>
          <a:r>
            <a:rPr lang="en-US" b="1"/>
            <a:t>Variables include:</a:t>
          </a:r>
          <a:endParaRPr lang="en-US"/>
        </a:p>
      </dgm:t>
    </dgm:pt>
    <dgm:pt modelId="{DC52BB70-0C58-47C7-80A9-3D57F8E17327}" type="parTrans" cxnId="{86320F42-F89C-4E89-A224-F43550E09C2C}">
      <dgm:prSet/>
      <dgm:spPr/>
      <dgm:t>
        <a:bodyPr/>
        <a:lstStyle/>
        <a:p>
          <a:endParaRPr lang="en-US"/>
        </a:p>
      </dgm:t>
    </dgm:pt>
    <dgm:pt modelId="{416474E5-D626-414B-AC9E-47BA5DAC626C}" type="sibTrans" cxnId="{86320F42-F89C-4E89-A224-F43550E09C2C}">
      <dgm:prSet/>
      <dgm:spPr/>
      <dgm:t>
        <a:bodyPr/>
        <a:lstStyle/>
        <a:p>
          <a:endParaRPr lang="en-US"/>
        </a:p>
      </dgm:t>
    </dgm:pt>
    <dgm:pt modelId="{A5F26E34-739F-4B04-A5CD-6026B787478D}">
      <dgm:prSet/>
      <dgm:spPr/>
      <dgm:t>
        <a:bodyPr/>
        <a:lstStyle/>
        <a:p>
          <a:r>
            <a:rPr lang="en-US"/>
            <a:t>Satisfaction score, age, gender</a:t>
          </a:r>
        </a:p>
      </dgm:t>
    </dgm:pt>
    <dgm:pt modelId="{034195B3-1B31-4C92-A395-F1420AD17D19}" type="parTrans" cxnId="{0FC1A7DD-8AAC-4B72-9E3C-8A69BFF950B5}">
      <dgm:prSet/>
      <dgm:spPr/>
      <dgm:t>
        <a:bodyPr/>
        <a:lstStyle/>
        <a:p>
          <a:endParaRPr lang="en-US"/>
        </a:p>
      </dgm:t>
    </dgm:pt>
    <dgm:pt modelId="{AE7EB308-D419-44FA-A349-D1466690226F}" type="sibTrans" cxnId="{0FC1A7DD-8AAC-4B72-9E3C-8A69BFF950B5}">
      <dgm:prSet/>
      <dgm:spPr/>
      <dgm:t>
        <a:bodyPr/>
        <a:lstStyle/>
        <a:p>
          <a:endParaRPr lang="en-US"/>
        </a:p>
      </dgm:t>
    </dgm:pt>
    <dgm:pt modelId="{58F55AB1-B5BC-4001-98DC-F7A8FE4CAEC7}">
      <dgm:prSet/>
      <dgm:spPr/>
      <dgm:t>
        <a:bodyPr/>
        <a:lstStyle/>
        <a:p>
          <a:r>
            <a:rPr lang="en-US"/>
            <a:t>Booking method, travel type</a:t>
          </a:r>
        </a:p>
      </dgm:t>
    </dgm:pt>
    <dgm:pt modelId="{B457B38B-25DF-4E1B-9619-A3F3A33ADE7A}" type="parTrans" cxnId="{8DF0E371-2E95-4CA0-A310-378BFBE7F456}">
      <dgm:prSet/>
      <dgm:spPr/>
      <dgm:t>
        <a:bodyPr/>
        <a:lstStyle/>
        <a:p>
          <a:endParaRPr lang="en-US"/>
        </a:p>
      </dgm:t>
    </dgm:pt>
    <dgm:pt modelId="{F85BF87C-56AE-4843-BBE2-B6F6F201B73F}" type="sibTrans" cxnId="{8DF0E371-2E95-4CA0-A310-378BFBE7F456}">
      <dgm:prSet/>
      <dgm:spPr/>
      <dgm:t>
        <a:bodyPr/>
        <a:lstStyle/>
        <a:p>
          <a:endParaRPr lang="en-US"/>
        </a:p>
      </dgm:t>
    </dgm:pt>
    <dgm:pt modelId="{7FF7EDA4-A3CC-4FC0-8475-554431C6A91C}">
      <dgm:prSet/>
      <dgm:spPr/>
      <dgm:t>
        <a:bodyPr/>
        <a:lstStyle/>
        <a:p>
          <a:r>
            <a:rPr lang="en-US"/>
            <a:t>Ratings on cleanliness, Wi-Fi, comfort</a:t>
          </a:r>
        </a:p>
      </dgm:t>
    </dgm:pt>
    <dgm:pt modelId="{03174C4C-4FFF-4467-AB03-EB463571DC07}" type="parTrans" cxnId="{5338C66C-010C-4E02-A77A-2A02ABA64CE9}">
      <dgm:prSet/>
      <dgm:spPr/>
      <dgm:t>
        <a:bodyPr/>
        <a:lstStyle/>
        <a:p>
          <a:endParaRPr lang="en-US"/>
        </a:p>
      </dgm:t>
    </dgm:pt>
    <dgm:pt modelId="{6FB6A69D-845F-439A-A8B0-D8A89C4E999B}" type="sibTrans" cxnId="{5338C66C-010C-4E02-A77A-2A02ABA64CE9}">
      <dgm:prSet/>
      <dgm:spPr/>
      <dgm:t>
        <a:bodyPr/>
        <a:lstStyle/>
        <a:p>
          <a:endParaRPr lang="en-US"/>
        </a:p>
      </dgm:t>
    </dgm:pt>
    <dgm:pt modelId="{7DFF3F31-478B-D644-BCAA-FB45720A7C8F}" type="pres">
      <dgm:prSet presAssocID="{1AA6AF79-B9C8-480D-B262-BBC3FC2FAD1B}" presName="Name0" presStyleCnt="0">
        <dgm:presLayoutVars>
          <dgm:dir/>
          <dgm:animLvl val="lvl"/>
          <dgm:resizeHandles val="exact"/>
        </dgm:presLayoutVars>
      </dgm:prSet>
      <dgm:spPr/>
    </dgm:pt>
    <dgm:pt modelId="{168A9898-16D4-9146-A877-6B3CAFE5C0F1}" type="pres">
      <dgm:prSet presAssocID="{D5F53C86-0A7E-4C96-95CE-B57F0EF02BBD}" presName="boxAndChildren" presStyleCnt="0"/>
      <dgm:spPr/>
    </dgm:pt>
    <dgm:pt modelId="{60881B87-03E1-5C42-82DC-0DC6ACE97744}" type="pres">
      <dgm:prSet presAssocID="{D5F53C86-0A7E-4C96-95CE-B57F0EF02BBD}" presName="parentTextBox" presStyleLbl="node1" presStyleIdx="0" presStyleCnt="2"/>
      <dgm:spPr/>
    </dgm:pt>
    <dgm:pt modelId="{C90CD5B7-340C-A043-A0E7-36B636967BE9}" type="pres">
      <dgm:prSet presAssocID="{D5F53C86-0A7E-4C96-95CE-B57F0EF02BBD}" presName="entireBox" presStyleLbl="node1" presStyleIdx="0" presStyleCnt="2"/>
      <dgm:spPr/>
    </dgm:pt>
    <dgm:pt modelId="{1FE12839-802A-8441-B3D8-3FA1848D60F3}" type="pres">
      <dgm:prSet presAssocID="{D5F53C86-0A7E-4C96-95CE-B57F0EF02BBD}" presName="descendantBox" presStyleCnt="0"/>
      <dgm:spPr/>
    </dgm:pt>
    <dgm:pt modelId="{C815DB07-8383-B443-876C-CF75FCC9B386}" type="pres">
      <dgm:prSet presAssocID="{A5F26E34-739F-4B04-A5CD-6026B787478D}" presName="childTextBox" presStyleLbl="fgAccFollowNode1" presStyleIdx="0" presStyleCnt="3">
        <dgm:presLayoutVars>
          <dgm:bulletEnabled val="1"/>
        </dgm:presLayoutVars>
      </dgm:prSet>
      <dgm:spPr/>
    </dgm:pt>
    <dgm:pt modelId="{035A34D5-B742-8B45-AE88-C2B023E4006B}" type="pres">
      <dgm:prSet presAssocID="{58F55AB1-B5BC-4001-98DC-F7A8FE4CAEC7}" presName="childTextBox" presStyleLbl="fgAccFollowNode1" presStyleIdx="1" presStyleCnt="3">
        <dgm:presLayoutVars>
          <dgm:bulletEnabled val="1"/>
        </dgm:presLayoutVars>
      </dgm:prSet>
      <dgm:spPr/>
    </dgm:pt>
    <dgm:pt modelId="{2822049D-7FF1-B947-B36B-149D47BB56CE}" type="pres">
      <dgm:prSet presAssocID="{7FF7EDA4-A3CC-4FC0-8475-554431C6A91C}" presName="childTextBox" presStyleLbl="fgAccFollowNode1" presStyleIdx="2" presStyleCnt="3">
        <dgm:presLayoutVars>
          <dgm:bulletEnabled val="1"/>
        </dgm:presLayoutVars>
      </dgm:prSet>
      <dgm:spPr/>
    </dgm:pt>
    <dgm:pt modelId="{CA0BDE07-C233-8B49-AAE3-2BE76744ECA2}" type="pres">
      <dgm:prSet presAssocID="{DB1E94CC-EB39-4EBE-BBDB-8CC60E5B4FA6}" presName="sp" presStyleCnt="0"/>
      <dgm:spPr/>
    </dgm:pt>
    <dgm:pt modelId="{00305D18-C51B-F546-B91D-2EAC2ECBC35A}" type="pres">
      <dgm:prSet presAssocID="{A890940C-6C99-474D-AE91-A5D0888B467F}" presName="arrowAndChildren" presStyleCnt="0"/>
      <dgm:spPr/>
    </dgm:pt>
    <dgm:pt modelId="{E663D132-4CC5-464D-9E8A-50A46043CF37}" type="pres">
      <dgm:prSet presAssocID="{A890940C-6C99-474D-AE91-A5D0888B467F}" presName="parentTextArrow" presStyleLbl="node1" presStyleIdx="1" presStyleCnt="2"/>
      <dgm:spPr/>
    </dgm:pt>
  </dgm:ptLst>
  <dgm:cxnLst>
    <dgm:cxn modelId="{B516070A-5C29-ED4D-A8CD-15524D792758}" type="presOf" srcId="{D5F53C86-0A7E-4C96-95CE-B57F0EF02BBD}" destId="{60881B87-03E1-5C42-82DC-0DC6ACE97744}" srcOrd="0" destOrd="0" presId="urn:microsoft.com/office/officeart/2005/8/layout/process4"/>
    <dgm:cxn modelId="{6C847A0A-2248-4F43-AC41-F4E9AAFBF0A2}" type="presOf" srcId="{58F55AB1-B5BC-4001-98DC-F7A8FE4CAEC7}" destId="{035A34D5-B742-8B45-AE88-C2B023E4006B}" srcOrd="0" destOrd="0" presId="urn:microsoft.com/office/officeart/2005/8/layout/process4"/>
    <dgm:cxn modelId="{7D5CC611-2CBE-7F46-BF8C-E9798A4E3FF2}" type="presOf" srcId="{D5F53C86-0A7E-4C96-95CE-B57F0EF02BBD}" destId="{C90CD5B7-340C-A043-A0E7-36B636967BE9}" srcOrd="1" destOrd="0" presId="urn:microsoft.com/office/officeart/2005/8/layout/process4"/>
    <dgm:cxn modelId="{86320F42-F89C-4E89-A224-F43550E09C2C}" srcId="{1AA6AF79-B9C8-480D-B262-BBC3FC2FAD1B}" destId="{D5F53C86-0A7E-4C96-95CE-B57F0EF02BBD}" srcOrd="1" destOrd="0" parTransId="{DC52BB70-0C58-47C7-80A9-3D57F8E17327}" sibTransId="{416474E5-D626-414B-AC9E-47BA5DAC626C}"/>
    <dgm:cxn modelId="{5338C66C-010C-4E02-A77A-2A02ABA64CE9}" srcId="{D5F53C86-0A7E-4C96-95CE-B57F0EF02BBD}" destId="{7FF7EDA4-A3CC-4FC0-8475-554431C6A91C}" srcOrd="2" destOrd="0" parTransId="{03174C4C-4FFF-4467-AB03-EB463571DC07}" sibTransId="{6FB6A69D-845F-439A-A8B0-D8A89C4E999B}"/>
    <dgm:cxn modelId="{BE74D06C-DC14-4B46-A73D-3C158FAC1774}" type="presOf" srcId="{7FF7EDA4-A3CC-4FC0-8475-554431C6A91C}" destId="{2822049D-7FF1-B947-B36B-149D47BB56CE}" srcOrd="0" destOrd="0" presId="urn:microsoft.com/office/officeart/2005/8/layout/process4"/>
    <dgm:cxn modelId="{8DF0E371-2E95-4CA0-A310-378BFBE7F456}" srcId="{D5F53C86-0A7E-4C96-95CE-B57F0EF02BBD}" destId="{58F55AB1-B5BC-4001-98DC-F7A8FE4CAEC7}" srcOrd="1" destOrd="0" parTransId="{B457B38B-25DF-4E1B-9619-A3F3A33ADE7A}" sibTransId="{F85BF87C-56AE-4843-BBE2-B6F6F201B73F}"/>
    <dgm:cxn modelId="{D1F5D97A-7F7C-7D4E-9A3E-9C5843927FFE}" type="presOf" srcId="{A5F26E34-739F-4B04-A5CD-6026B787478D}" destId="{C815DB07-8383-B443-876C-CF75FCC9B386}" srcOrd="0" destOrd="0" presId="urn:microsoft.com/office/officeart/2005/8/layout/process4"/>
    <dgm:cxn modelId="{C75BFD88-9D06-B54B-868A-AB5C8C0E7436}" type="presOf" srcId="{1AA6AF79-B9C8-480D-B262-BBC3FC2FAD1B}" destId="{7DFF3F31-478B-D644-BCAA-FB45720A7C8F}" srcOrd="0" destOrd="0" presId="urn:microsoft.com/office/officeart/2005/8/layout/process4"/>
    <dgm:cxn modelId="{59C86FAD-2979-6944-8665-F9904C1B8DC2}" type="presOf" srcId="{A890940C-6C99-474D-AE91-A5D0888B467F}" destId="{E663D132-4CC5-464D-9E8A-50A46043CF37}" srcOrd="0" destOrd="0" presId="urn:microsoft.com/office/officeart/2005/8/layout/process4"/>
    <dgm:cxn modelId="{624FA6D3-33D1-4650-90F9-56F91C05E7BE}" srcId="{1AA6AF79-B9C8-480D-B262-BBC3FC2FAD1B}" destId="{A890940C-6C99-474D-AE91-A5D0888B467F}" srcOrd="0" destOrd="0" parTransId="{944EDB2C-FD36-49F6-9C81-145B0ED13434}" sibTransId="{DB1E94CC-EB39-4EBE-BBDB-8CC60E5B4FA6}"/>
    <dgm:cxn modelId="{0FC1A7DD-8AAC-4B72-9E3C-8A69BFF950B5}" srcId="{D5F53C86-0A7E-4C96-95CE-B57F0EF02BBD}" destId="{A5F26E34-739F-4B04-A5CD-6026B787478D}" srcOrd="0" destOrd="0" parTransId="{034195B3-1B31-4C92-A395-F1420AD17D19}" sibTransId="{AE7EB308-D419-44FA-A349-D1466690226F}"/>
    <dgm:cxn modelId="{FAA7B405-DEC1-214E-BB7C-28582F50722A}" type="presParOf" srcId="{7DFF3F31-478B-D644-BCAA-FB45720A7C8F}" destId="{168A9898-16D4-9146-A877-6B3CAFE5C0F1}" srcOrd="0" destOrd="0" presId="urn:microsoft.com/office/officeart/2005/8/layout/process4"/>
    <dgm:cxn modelId="{0AA30B8B-125C-4D48-8F9E-DF7448B3C1E0}" type="presParOf" srcId="{168A9898-16D4-9146-A877-6B3CAFE5C0F1}" destId="{60881B87-03E1-5C42-82DC-0DC6ACE97744}" srcOrd="0" destOrd="0" presId="urn:microsoft.com/office/officeart/2005/8/layout/process4"/>
    <dgm:cxn modelId="{0DDE1348-06E2-A14A-8897-BA72A3ADF656}" type="presParOf" srcId="{168A9898-16D4-9146-A877-6B3CAFE5C0F1}" destId="{C90CD5B7-340C-A043-A0E7-36B636967BE9}" srcOrd="1" destOrd="0" presId="urn:microsoft.com/office/officeart/2005/8/layout/process4"/>
    <dgm:cxn modelId="{8C52EBC7-D7F2-C841-B881-6651F06B471B}" type="presParOf" srcId="{168A9898-16D4-9146-A877-6B3CAFE5C0F1}" destId="{1FE12839-802A-8441-B3D8-3FA1848D60F3}" srcOrd="2" destOrd="0" presId="urn:microsoft.com/office/officeart/2005/8/layout/process4"/>
    <dgm:cxn modelId="{38F90C3E-2847-914B-BA7B-D592714DCAA8}" type="presParOf" srcId="{1FE12839-802A-8441-B3D8-3FA1848D60F3}" destId="{C815DB07-8383-B443-876C-CF75FCC9B386}" srcOrd="0" destOrd="0" presId="urn:microsoft.com/office/officeart/2005/8/layout/process4"/>
    <dgm:cxn modelId="{BA338607-A606-BC43-A7A0-194793237ECE}" type="presParOf" srcId="{1FE12839-802A-8441-B3D8-3FA1848D60F3}" destId="{035A34D5-B742-8B45-AE88-C2B023E4006B}" srcOrd="1" destOrd="0" presId="urn:microsoft.com/office/officeart/2005/8/layout/process4"/>
    <dgm:cxn modelId="{D3966CFC-1D2A-C142-82D8-1CE2FD7DA257}" type="presParOf" srcId="{1FE12839-802A-8441-B3D8-3FA1848D60F3}" destId="{2822049D-7FF1-B947-B36B-149D47BB56CE}" srcOrd="2" destOrd="0" presId="urn:microsoft.com/office/officeart/2005/8/layout/process4"/>
    <dgm:cxn modelId="{BCB978EA-899B-8D4C-A59F-D72643831C4C}" type="presParOf" srcId="{7DFF3F31-478B-D644-BCAA-FB45720A7C8F}" destId="{CA0BDE07-C233-8B49-AAE3-2BE76744ECA2}" srcOrd="1" destOrd="0" presId="urn:microsoft.com/office/officeart/2005/8/layout/process4"/>
    <dgm:cxn modelId="{14A3CAE4-0536-E547-8A01-A8E30009B406}" type="presParOf" srcId="{7DFF3F31-478B-D644-BCAA-FB45720A7C8F}" destId="{00305D18-C51B-F546-B91D-2EAC2ECBC35A}" srcOrd="2" destOrd="0" presId="urn:microsoft.com/office/officeart/2005/8/layout/process4"/>
    <dgm:cxn modelId="{22DC6771-836F-AA47-B2B0-A08D77F28E3B}" type="presParOf" srcId="{00305D18-C51B-F546-B91D-2EAC2ECBC35A}" destId="{E663D132-4CC5-464D-9E8A-50A46043CF37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9C5486F-4737-44B3-83A3-D917E7DFFADF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63B0447-D2AE-4025-91E4-92670E6F5219}">
      <dgm:prSet/>
      <dgm:spPr/>
      <dgm:t>
        <a:bodyPr/>
        <a:lstStyle/>
        <a:p>
          <a:r>
            <a:rPr lang="en-US" b="1" dirty="0"/>
            <a:t>Dependent Variable (Y):</a:t>
          </a:r>
          <a:endParaRPr lang="en-US" dirty="0"/>
        </a:p>
      </dgm:t>
    </dgm:pt>
    <dgm:pt modelId="{E1BB346D-4C10-4FC7-B2BE-77C0E1561C11}" type="parTrans" cxnId="{E11F1F96-5857-478B-B22E-0958FB1596DC}">
      <dgm:prSet/>
      <dgm:spPr/>
      <dgm:t>
        <a:bodyPr/>
        <a:lstStyle/>
        <a:p>
          <a:endParaRPr lang="en-US"/>
        </a:p>
      </dgm:t>
    </dgm:pt>
    <dgm:pt modelId="{881D3F19-ACC0-4289-A751-784D476B1FF9}" type="sibTrans" cxnId="{E11F1F96-5857-478B-B22E-0958FB1596DC}">
      <dgm:prSet/>
      <dgm:spPr/>
      <dgm:t>
        <a:bodyPr/>
        <a:lstStyle/>
        <a:p>
          <a:endParaRPr lang="en-US"/>
        </a:p>
      </dgm:t>
    </dgm:pt>
    <dgm:pt modelId="{809108BE-A17E-4A6F-A433-A14EC7C93A4C}">
      <dgm:prSet/>
      <dgm:spPr/>
      <dgm:t>
        <a:bodyPr/>
        <a:lstStyle/>
        <a:p>
          <a:r>
            <a:rPr lang="en-US"/>
            <a:t>Independent Variables (X):</a:t>
          </a:r>
        </a:p>
      </dgm:t>
    </dgm:pt>
    <dgm:pt modelId="{18DA134B-03E3-4E24-9F83-8F17120174DA}" type="parTrans" cxnId="{ECF7465F-C049-42B5-862D-A09604CE903F}">
      <dgm:prSet/>
      <dgm:spPr/>
      <dgm:t>
        <a:bodyPr/>
        <a:lstStyle/>
        <a:p>
          <a:endParaRPr lang="en-US"/>
        </a:p>
      </dgm:t>
    </dgm:pt>
    <dgm:pt modelId="{54CD7F6E-C96A-45EF-816E-21AAB386DC93}" type="sibTrans" cxnId="{ECF7465F-C049-42B5-862D-A09604CE903F}">
      <dgm:prSet/>
      <dgm:spPr/>
      <dgm:t>
        <a:bodyPr/>
        <a:lstStyle/>
        <a:p>
          <a:endParaRPr lang="en-US"/>
        </a:p>
      </dgm:t>
    </dgm:pt>
    <dgm:pt modelId="{36A7989E-6EF2-4C95-ABC5-162951ACC939}">
      <dgm:prSet/>
      <dgm:spPr/>
      <dgm:t>
        <a:bodyPr/>
        <a:lstStyle/>
        <a:p>
          <a:r>
            <a:rPr lang="en-US"/>
            <a:t>age (continuous)</a:t>
          </a:r>
        </a:p>
      </dgm:t>
    </dgm:pt>
    <dgm:pt modelId="{8B12747C-1982-4B69-B4AB-C5EC5B456668}" type="parTrans" cxnId="{E6E600DD-9A53-4A55-963B-7615B4A7AD6E}">
      <dgm:prSet/>
      <dgm:spPr/>
      <dgm:t>
        <a:bodyPr/>
        <a:lstStyle/>
        <a:p>
          <a:endParaRPr lang="en-US"/>
        </a:p>
      </dgm:t>
    </dgm:pt>
    <dgm:pt modelId="{5C56C0C7-26B7-4D80-AEC6-CBF1B855F03C}" type="sibTrans" cxnId="{E6E600DD-9A53-4A55-963B-7615B4A7AD6E}">
      <dgm:prSet/>
      <dgm:spPr/>
      <dgm:t>
        <a:bodyPr/>
        <a:lstStyle/>
        <a:p>
          <a:endParaRPr lang="en-US"/>
        </a:p>
      </dgm:t>
    </dgm:pt>
    <dgm:pt modelId="{24EDFE4B-9270-4D3A-9CA1-EA683E8265E5}">
      <dgm:prSet/>
      <dgm:spPr/>
      <dgm:t>
        <a:bodyPr/>
        <a:lstStyle/>
        <a:p>
          <a:r>
            <a:rPr lang="en-US"/>
            <a:t>female (discrete)</a:t>
          </a:r>
        </a:p>
      </dgm:t>
    </dgm:pt>
    <dgm:pt modelId="{FF233B91-FCA6-4F8E-9770-7CDD6D7C5E66}" type="parTrans" cxnId="{AD17BE8A-CEFB-4130-AAA9-597239602D29}">
      <dgm:prSet/>
      <dgm:spPr/>
      <dgm:t>
        <a:bodyPr/>
        <a:lstStyle/>
        <a:p>
          <a:endParaRPr lang="en-US"/>
        </a:p>
      </dgm:t>
    </dgm:pt>
    <dgm:pt modelId="{F6770476-0ED9-44AA-9E31-9F505DB75B80}" type="sibTrans" cxnId="{AD17BE8A-CEFB-4130-AAA9-597239602D29}">
      <dgm:prSet/>
      <dgm:spPr/>
      <dgm:t>
        <a:bodyPr/>
        <a:lstStyle/>
        <a:p>
          <a:endParaRPr lang="en-US"/>
        </a:p>
      </dgm:t>
    </dgm:pt>
    <dgm:pt modelId="{CA444C29-1CC5-4CF8-B3AC-02A2352CB345}">
      <dgm:prSet/>
      <dgm:spPr/>
      <dgm:t>
        <a:bodyPr/>
        <a:lstStyle/>
        <a:p>
          <a:r>
            <a:rPr lang="en-US"/>
            <a:t>channel_hotel (discrete)</a:t>
          </a:r>
        </a:p>
      </dgm:t>
    </dgm:pt>
    <dgm:pt modelId="{2211B1E7-D8EE-4D3F-983C-C10D8187E959}" type="parTrans" cxnId="{493182C4-5767-4450-BB29-6F0CABE49024}">
      <dgm:prSet/>
      <dgm:spPr/>
      <dgm:t>
        <a:bodyPr/>
        <a:lstStyle/>
        <a:p>
          <a:endParaRPr lang="en-US"/>
        </a:p>
      </dgm:t>
    </dgm:pt>
    <dgm:pt modelId="{F91ECC39-91ED-4598-B3F7-E37F5CF11E12}" type="sibTrans" cxnId="{493182C4-5767-4450-BB29-6F0CABE49024}">
      <dgm:prSet/>
      <dgm:spPr/>
      <dgm:t>
        <a:bodyPr/>
        <a:lstStyle/>
        <a:p>
          <a:endParaRPr lang="en-US"/>
        </a:p>
      </dgm:t>
    </dgm:pt>
    <dgm:pt modelId="{9D0555AE-1631-451F-B64E-971672A87090}">
      <dgm:prSet/>
      <dgm:spPr/>
      <dgm:t>
        <a:bodyPr/>
        <a:lstStyle/>
        <a:p>
          <a:r>
            <a:rPr lang="en-US"/>
            <a:t>type_independent (discrete)</a:t>
          </a:r>
        </a:p>
      </dgm:t>
    </dgm:pt>
    <dgm:pt modelId="{E860D72A-9085-4291-880C-F8DBAF05188F}" type="parTrans" cxnId="{87FC4104-F714-4BD7-816B-C34AB48BB772}">
      <dgm:prSet/>
      <dgm:spPr/>
      <dgm:t>
        <a:bodyPr/>
        <a:lstStyle/>
        <a:p>
          <a:endParaRPr lang="en-US"/>
        </a:p>
      </dgm:t>
    </dgm:pt>
    <dgm:pt modelId="{9E2FA253-647C-4D90-B2B8-73E2663F3B56}" type="sibTrans" cxnId="{87FC4104-F714-4BD7-816B-C34AB48BB772}">
      <dgm:prSet/>
      <dgm:spPr/>
      <dgm:t>
        <a:bodyPr/>
        <a:lstStyle/>
        <a:p>
          <a:endParaRPr lang="en-US"/>
        </a:p>
      </dgm:t>
    </dgm:pt>
    <dgm:pt modelId="{E644DEC6-6824-4DD8-B454-AA195AF7A953}">
      <dgm:prSet/>
      <dgm:spPr/>
      <dgm:t>
        <a:bodyPr/>
        <a:lstStyle/>
        <a:p>
          <a:r>
            <a:rPr lang="en-US"/>
            <a:t>cleanliness (continuous)</a:t>
          </a:r>
        </a:p>
      </dgm:t>
    </dgm:pt>
    <dgm:pt modelId="{C4D9A20F-A08A-444B-94A5-331F1EC078A1}" type="parTrans" cxnId="{2C502F93-B6B6-460A-8E99-D2B6B0D2AB8D}">
      <dgm:prSet/>
      <dgm:spPr/>
      <dgm:t>
        <a:bodyPr/>
        <a:lstStyle/>
        <a:p>
          <a:endParaRPr lang="en-US"/>
        </a:p>
      </dgm:t>
    </dgm:pt>
    <dgm:pt modelId="{6218140C-1667-4BBF-BE4F-38D640B8D674}" type="sibTrans" cxnId="{2C502F93-B6B6-460A-8E99-D2B6B0D2AB8D}">
      <dgm:prSet/>
      <dgm:spPr/>
      <dgm:t>
        <a:bodyPr/>
        <a:lstStyle/>
        <a:p>
          <a:endParaRPr lang="en-US"/>
        </a:p>
      </dgm:t>
    </dgm:pt>
    <dgm:pt modelId="{098959F7-3368-47F8-A239-CC57D81B98B0}">
      <dgm:prSet/>
      <dgm:spPr/>
      <dgm:t>
        <a:bodyPr/>
        <a:lstStyle/>
        <a:p>
          <a:r>
            <a:rPr lang="en-US"/>
            <a:t>Analysis Methods:</a:t>
          </a:r>
        </a:p>
      </dgm:t>
    </dgm:pt>
    <dgm:pt modelId="{2BD6FE01-A1EC-4DD6-BB25-2AEE75531145}" type="parTrans" cxnId="{0640F029-8A5A-4543-B7C0-327B3E139891}">
      <dgm:prSet/>
      <dgm:spPr/>
      <dgm:t>
        <a:bodyPr/>
        <a:lstStyle/>
        <a:p>
          <a:endParaRPr lang="en-US"/>
        </a:p>
      </dgm:t>
    </dgm:pt>
    <dgm:pt modelId="{71470DC7-7260-4741-BF38-A617E9B629AA}" type="sibTrans" cxnId="{0640F029-8A5A-4543-B7C0-327B3E139891}">
      <dgm:prSet/>
      <dgm:spPr/>
      <dgm:t>
        <a:bodyPr/>
        <a:lstStyle/>
        <a:p>
          <a:endParaRPr lang="en-US"/>
        </a:p>
      </dgm:t>
    </dgm:pt>
    <dgm:pt modelId="{C6921777-2C3B-40F5-A37F-C26FA144BDD5}">
      <dgm:prSet/>
      <dgm:spPr/>
      <dgm:t>
        <a:bodyPr/>
        <a:lstStyle/>
        <a:p>
          <a:r>
            <a:rPr lang="en-US"/>
            <a:t>Pearson correlation</a:t>
          </a:r>
        </a:p>
      </dgm:t>
    </dgm:pt>
    <dgm:pt modelId="{24E6D991-2AB9-48D6-926D-6D2DE7EC30B5}" type="parTrans" cxnId="{0CA8F536-7E74-4C50-A1B1-D037BED1A1FF}">
      <dgm:prSet/>
      <dgm:spPr/>
      <dgm:t>
        <a:bodyPr/>
        <a:lstStyle/>
        <a:p>
          <a:endParaRPr lang="en-US"/>
        </a:p>
      </dgm:t>
    </dgm:pt>
    <dgm:pt modelId="{D4311C7A-3337-4FC0-9CD0-8F901A333B98}" type="sibTrans" cxnId="{0CA8F536-7E74-4C50-A1B1-D037BED1A1FF}">
      <dgm:prSet/>
      <dgm:spPr/>
      <dgm:t>
        <a:bodyPr/>
        <a:lstStyle/>
        <a:p>
          <a:endParaRPr lang="en-US"/>
        </a:p>
      </dgm:t>
    </dgm:pt>
    <dgm:pt modelId="{D39179D0-BABC-4EB8-9D05-5C8ACD4DB345}">
      <dgm:prSet/>
      <dgm:spPr/>
      <dgm:t>
        <a:bodyPr/>
        <a:lstStyle/>
        <a:p>
          <a:r>
            <a:rPr lang="en-US" dirty="0"/>
            <a:t>One-Way ANOVA</a:t>
          </a:r>
        </a:p>
      </dgm:t>
    </dgm:pt>
    <dgm:pt modelId="{89B465D2-D624-4BBD-A1B0-36A489CEC7D0}" type="parTrans" cxnId="{A9851957-FFEF-46E4-9B86-0538FB4F035B}">
      <dgm:prSet/>
      <dgm:spPr/>
      <dgm:t>
        <a:bodyPr/>
        <a:lstStyle/>
        <a:p>
          <a:endParaRPr lang="en-US"/>
        </a:p>
      </dgm:t>
    </dgm:pt>
    <dgm:pt modelId="{BA3CB3AD-DA63-48AF-A150-12A74C73433C}" type="sibTrans" cxnId="{A9851957-FFEF-46E4-9B86-0538FB4F035B}">
      <dgm:prSet/>
      <dgm:spPr/>
      <dgm:t>
        <a:bodyPr/>
        <a:lstStyle/>
        <a:p>
          <a:endParaRPr lang="en-US"/>
        </a:p>
      </dgm:t>
    </dgm:pt>
    <dgm:pt modelId="{CB5DD4EE-CFDF-CB40-BA00-72C2C2E6CCB8}">
      <dgm:prSet/>
      <dgm:spPr/>
      <dgm:t>
        <a:bodyPr/>
        <a:lstStyle/>
        <a:p>
          <a:r>
            <a:rPr lang="en-US"/>
            <a:t>sat_score (continuous)</a:t>
          </a:r>
        </a:p>
      </dgm:t>
    </dgm:pt>
    <dgm:pt modelId="{1817CDDD-0102-0E45-8962-688D1A9918BB}" type="parTrans" cxnId="{2AD60EDB-A204-404D-ABEC-62D2A0089F5F}">
      <dgm:prSet/>
      <dgm:spPr/>
      <dgm:t>
        <a:bodyPr/>
        <a:lstStyle/>
        <a:p>
          <a:endParaRPr lang="en-US"/>
        </a:p>
      </dgm:t>
    </dgm:pt>
    <dgm:pt modelId="{6C943AEF-5EF5-F84D-B8B4-458F1D1B1DBA}" type="sibTrans" cxnId="{2AD60EDB-A204-404D-ABEC-62D2A0089F5F}">
      <dgm:prSet/>
      <dgm:spPr/>
      <dgm:t>
        <a:bodyPr/>
        <a:lstStyle/>
        <a:p>
          <a:endParaRPr lang="en-US"/>
        </a:p>
      </dgm:t>
    </dgm:pt>
    <dgm:pt modelId="{994F1D53-5B51-E542-A2A9-B25C14235258}" type="pres">
      <dgm:prSet presAssocID="{29C5486F-4737-44B3-83A3-D917E7DFFADF}" presName="linear" presStyleCnt="0">
        <dgm:presLayoutVars>
          <dgm:dir/>
          <dgm:animLvl val="lvl"/>
          <dgm:resizeHandles val="exact"/>
        </dgm:presLayoutVars>
      </dgm:prSet>
      <dgm:spPr/>
    </dgm:pt>
    <dgm:pt modelId="{0563DDEA-7610-3D42-82D4-E0AFB2432AF3}" type="pres">
      <dgm:prSet presAssocID="{B63B0447-D2AE-4025-91E4-92670E6F5219}" presName="parentLin" presStyleCnt="0"/>
      <dgm:spPr/>
    </dgm:pt>
    <dgm:pt modelId="{BBAE089B-37E0-EF4D-BFC5-1917985D1D7E}" type="pres">
      <dgm:prSet presAssocID="{B63B0447-D2AE-4025-91E4-92670E6F5219}" presName="parentLeftMargin" presStyleLbl="node1" presStyleIdx="0" presStyleCnt="3"/>
      <dgm:spPr/>
    </dgm:pt>
    <dgm:pt modelId="{8911A2BE-F2E9-7648-8ED9-9E81C277B0B2}" type="pres">
      <dgm:prSet presAssocID="{B63B0447-D2AE-4025-91E4-92670E6F521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2868DB0-3D5F-CC4A-8A4D-4AEFC427DCA2}" type="pres">
      <dgm:prSet presAssocID="{B63B0447-D2AE-4025-91E4-92670E6F5219}" presName="negativeSpace" presStyleCnt="0"/>
      <dgm:spPr/>
    </dgm:pt>
    <dgm:pt modelId="{68EC9EA2-D8A3-2049-ABC2-0143E3330965}" type="pres">
      <dgm:prSet presAssocID="{B63B0447-D2AE-4025-91E4-92670E6F5219}" presName="childText" presStyleLbl="conFgAcc1" presStyleIdx="0" presStyleCnt="3">
        <dgm:presLayoutVars>
          <dgm:bulletEnabled val="1"/>
        </dgm:presLayoutVars>
      </dgm:prSet>
      <dgm:spPr/>
    </dgm:pt>
    <dgm:pt modelId="{27EC4403-0E98-AC47-9856-149CA8B5B515}" type="pres">
      <dgm:prSet presAssocID="{881D3F19-ACC0-4289-A751-784D476B1FF9}" presName="spaceBetweenRectangles" presStyleCnt="0"/>
      <dgm:spPr/>
    </dgm:pt>
    <dgm:pt modelId="{D2637F26-CBB9-D343-9FAF-BCC9A7287B7F}" type="pres">
      <dgm:prSet presAssocID="{809108BE-A17E-4A6F-A433-A14EC7C93A4C}" presName="parentLin" presStyleCnt="0"/>
      <dgm:spPr/>
    </dgm:pt>
    <dgm:pt modelId="{F0B562F2-51E8-A444-BB9F-77C7458B3FF1}" type="pres">
      <dgm:prSet presAssocID="{809108BE-A17E-4A6F-A433-A14EC7C93A4C}" presName="parentLeftMargin" presStyleLbl="node1" presStyleIdx="0" presStyleCnt="3"/>
      <dgm:spPr/>
    </dgm:pt>
    <dgm:pt modelId="{0A5748A7-A9BF-A944-BBA1-62A7468C17A7}" type="pres">
      <dgm:prSet presAssocID="{809108BE-A17E-4A6F-A433-A14EC7C93A4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69A3C2F-3D7A-BA47-9C9E-29F7A370CB6A}" type="pres">
      <dgm:prSet presAssocID="{809108BE-A17E-4A6F-A433-A14EC7C93A4C}" presName="negativeSpace" presStyleCnt="0"/>
      <dgm:spPr/>
    </dgm:pt>
    <dgm:pt modelId="{44FACF44-1E3C-1B45-A0A1-55330D9AF408}" type="pres">
      <dgm:prSet presAssocID="{809108BE-A17E-4A6F-A433-A14EC7C93A4C}" presName="childText" presStyleLbl="conFgAcc1" presStyleIdx="1" presStyleCnt="3">
        <dgm:presLayoutVars>
          <dgm:bulletEnabled val="1"/>
        </dgm:presLayoutVars>
      </dgm:prSet>
      <dgm:spPr/>
    </dgm:pt>
    <dgm:pt modelId="{5B85BC97-35EC-EF4B-8B19-04D888AE49CF}" type="pres">
      <dgm:prSet presAssocID="{54CD7F6E-C96A-45EF-816E-21AAB386DC93}" presName="spaceBetweenRectangles" presStyleCnt="0"/>
      <dgm:spPr/>
    </dgm:pt>
    <dgm:pt modelId="{904EF9F8-79E0-5D46-82DE-330172E60A57}" type="pres">
      <dgm:prSet presAssocID="{098959F7-3368-47F8-A239-CC57D81B98B0}" presName="parentLin" presStyleCnt="0"/>
      <dgm:spPr/>
    </dgm:pt>
    <dgm:pt modelId="{0C887EB2-2B2A-F24D-81B4-3C53C29DB541}" type="pres">
      <dgm:prSet presAssocID="{098959F7-3368-47F8-A239-CC57D81B98B0}" presName="parentLeftMargin" presStyleLbl="node1" presStyleIdx="1" presStyleCnt="3"/>
      <dgm:spPr/>
    </dgm:pt>
    <dgm:pt modelId="{D8CC9314-1DC4-9F4C-BFEC-8149F421DAAB}" type="pres">
      <dgm:prSet presAssocID="{098959F7-3368-47F8-A239-CC57D81B98B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CB2EA85-00DB-9C43-8284-CDEDD65ABAFE}" type="pres">
      <dgm:prSet presAssocID="{098959F7-3368-47F8-A239-CC57D81B98B0}" presName="negativeSpace" presStyleCnt="0"/>
      <dgm:spPr/>
    </dgm:pt>
    <dgm:pt modelId="{BF222F19-CEAE-844D-81AE-E5BECFD7E902}" type="pres">
      <dgm:prSet presAssocID="{098959F7-3368-47F8-A239-CC57D81B98B0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87FC4104-F714-4BD7-816B-C34AB48BB772}" srcId="{809108BE-A17E-4A6F-A433-A14EC7C93A4C}" destId="{9D0555AE-1631-451F-B64E-971672A87090}" srcOrd="3" destOrd="0" parTransId="{E860D72A-9085-4291-880C-F8DBAF05188F}" sibTransId="{9E2FA253-647C-4D90-B2B8-73E2663F3B56}"/>
    <dgm:cxn modelId="{CC42DE0A-CDD0-704B-A534-7E998049AF0F}" type="presOf" srcId="{29C5486F-4737-44B3-83A3-D917E7DFFADF}" destId="{994F1D53-5B51-E542-A2A9-B25C14235258}" srcOrd="0" destOrd="0" presId="urn:microsoft.com/office/officeart/2005/8/layout/list1"/>
    <dgm:cxn modelId="{13F70619-9A9F-274B-920E-78E49D2AD977}" type="presOf" srcId="{098959F7-3368-47F8-A239-CC57D81B98B0}" destId="{0C887EB2-2B2A-F24D-81B4-3C53C29DB541}" srcOrd="0" destOrd="0" presId="urn:microsoft.com/office/officeart/2005/8/layout/list1"/>
    <dgm:cxn modelId="{A0136C21-1C85-7A4D-B043-65B24CA91C59}" type="presOf" srcId="{36A7989E-6EF2-4C95-ABC5-162951ACC939}" destId="{44FACF44-1E3C-1B45-A0A1-55330D9AF408}" srcOrd="0" destOrd="0" presId="urn:microsoft.com/office/officeart/2005/8/layout/list1"/>
    <dgm:cxn modelId="{0640F029-8A5A-4543-B7C0-327B3E139891}" srcId="{29C5486F-4737-44B3-83A3-D917E7DFFADF}" destId="{098959F7-3368-47F8-A239-CC57D81B98B0}" srcOrd="2" destOrd="0" parTransId="{2BD6FE01-A1EC-4DD6-BB25-2AEE75531145}" sibTransId="{71470DC7-7260-4741-BF38-A617E9B629AA}"/>
    <dgm:cxn modelId="{00420935-F83B-7849-A05F-E331BF3D1106}" type="presOf" srcId="{098959F7-3368-47F8-A239-CC57D81B98B0}" destId="{D8CC9314-1DC4-9F4C-BFEC-8149F421DAAB}" srcOrd="1" destOrd="0" presId="urn:microsoft.com/office/officeart/2005/8/layout/list1"/>
    <dgm:cxn modelId="{0CA8F536-7E74-4C50-A1B1-D037BED1A1FF}" srcId="{098959F7-3368-47F8-A239-CC57D81B98B0}" destId="{C6921777-2C3B-40F5-A37F-C26FA144BDD5}" srcOrd="0" destOrd="0" parTransId="{24E6D991-2AB9-48D6-926D-6D2DE7EC30B5}" sibTransId="{D4311C7A-3337-4FC0-9CD0-8F901A333B98}"/>
    <dgm:cxn modelId="{50E0704F-8679-CB42-8062-B76A4065A243}" type="presOf" srcId="{C6921777-2C3B-40F5-A37F-C26FA144BDD5}" destId="{BF222F19-CEAE-844D-81AE-E5BECFD7E902}" srcOrd="0" destOrd="0" presId="urn:microsoft.com/office/officeart/2005/8/layout/list1"/>
    <dgm:cxn modelId="{027B5C56-4C5F-9443-B964-08F972364285}" type="presOf" srcId="{CB5DD4EE-CFDF-CB40-BA00-72C2C2E6CCB8}" destId="{68EC9EA2-D8A3-2049-ABC2-0143E3330965}" srcOrd="0" destOrd="0" presId="urn:microsoft.com/office/officeart/2005/8/layout/list1"/>
    <dgm:cxn modelId="{A9851957-FFEF-46E4-9B86-0538FB4F035B}" srcId="{098959F7-3368-47F8-A239-CC57D81B98B0}" destId="{D39179D0-BABC-4EB8-9D05-5C8ACD4DB345}" srcOrd="1" destOrd="0" parTransId="{89B465D2-D624-4BBD-A1B0-36A489CEC7D0}" sibTransId="{BA3CB3AD-DA63-48AF-A150-12A74C73433C}"/>
    <dgm:cxn modelId="{ECF7465F-C049-42B5-862D-A09604CE903F}" srcId="{29C5486F-4737-44B3-83A3-D917E7DFFADF}" destId="{809108BE-A17E-4A6F-A433-A14EC7C93A4C}" srcOrd="1" destOrd="0" parTransId="{18DA134B-03E3-4E24-9F83-8F17120174DA}" sibTransId="{54CD7F6E-C96A-45EF-816E-21AAB386DC93}"/>
    <dgm:cxn modelId="{0935486E-4533-3F4E-944A-700742918569}" type="presOf" srcId="{D39179D0-BABC-4EB8-9D05-5C8ACD4DB345}" destId="{BF222F19-CEAE-844D-81AE-E5BECFD7E902}" srcOrd="0" destOrd="1" presId="urn:microsoft.com/office/officeart/2005/8/layout/list1"/>
    <dgm:cxn modelId="{AF8E2376-E059-8C46-9F0C-044DB81704EC}" type="presOf" srcId="{B63B0447-D2AE-4025-91E4-92670E6F5219}" destId="{8911A2BE-F2E9-7648-8ED9-9E81C277B0B2}" srcOrd="1" destOrd="0" presId="urn:microsoft.com/office/officeart/2005/8/layout/list1"/>
    <dgm:cxn modelId="{AD17BE8A-CEFB-4130-AAA9-597239602D29}" srcId="{809108BE-A17E-4A6F-A433-A14EC7C93A4C}" destId="{24EDFE4B-9270-4D3A-9CA1-EA683E8265E5}" srcOrd="1" destOrd="0" parTransId="{FF233B91-FCA6-4F8E-9770-7CDD6D7C5E66}" sibTransId="{F6770476-0ED9-44AA-9E31-9F505DB75B80}"/>
    <dgm:cxn modelId="{2C502F93-B6B6-460A-8E99-D2B6B0D2AB8D}" srcId="{809108BE-A17E-4A6F-A433-A14EC7C93A4C}" destId="{E644DEC6-6824-4DD8-B454-AA195AF7A953}" srcOrd="4" destOrd="0" parTransId="{C4D9A20F-A08A-444B-94A5-331F1EC078A1}" sibTransId="{6218140C-1667-4BBF-BE4F-38D640B8D674}"/>
    <dgm:cxn modelId="{E11F1F96-5857-478B-B22E-0958FB1596DC}" srcId="{29C5486F-4737-44B3-83A3-D917E7DFFADF}" destId="{B63B0447-D2AE-4025-91E4-92670E6F5219}" srcOrd="0" destOrd="0" parTransId="{E1BB346D-4C10-4FC7-B2BE-77C0E1561C11}" sibTransId="{881D3F19-ACC0-4289-A751-784D476B1FF9}"/>
    <dgm:cxn modelId="{66F57B9F-166C-514F-8187-2D0D038CF5ED}" type="presOf" srcId="{9D0555AE-1631-451F-B64E-971672A87090}" destId="{44FACF44-1E3C-1B45-A0A1-55330D9AF408}" srcOrd="0" destOrd="3" presId="urn:microsoft.com/office/officeart/2005/8/layout/list1"/>
    <dgm:cxn modelId="{876175AD-CEC4-DA4E-A938-0A473DCB1703}" type="presOf" srcId="{E644DEC6-6824-4DD8-B454-AA195AF7A953}" destId="{44FACF44-1E3C-1B45-A0A1-55330D9AF408}" srcOrd="0" destOrd="4" presId="urn:microsoft.com/office/officeart/2005/8/layout/list1"/>
    <dgm:cxn modelId="{493182C4-5767-4450-BB29-6F0CABE49024}" srcId="{809108BE-A17E-4A6F-A433-A14EC7C93A4C}" destId="{CA444C29-1CC5-4CF8-B3AC-02A2352CB345}" srcOrd="2" destOrd="0" parTransId="{2211B1E7-D8EE-4D3F-983C-C10D8187E959}" sibTransId="{F91ECC39-91ED-4598-B3F7-E37F5CF11E12}"/>
    <dgm:cxn modelId="{26FC8AC5-55B8-AF46-AE0B-4B533FF40212}" type="presOf" srcId="{809108BE-A17E-4A6F-A433-A14EC7C93A4C}" destId="{0A5748A7-A9BF-A944-BBA1-62A7468C17A7}" srcOrd="1" destOrd="0" presId="urn:microsoft.com/office/officeart/2005/8/layout/list1"/>
    <dgm:cxn modelId="{658978D8-3139-4E41-B60A-AAAA2325EAB4}" type="presOf" srcId="{B63B0447-D2AE-4025-91E4-92670E6F5219}" destId="{BBAE089B-37E0-EF4D-BFC5-1917985D1D7E}" srcOrd="0" destOrd="0" presId="urn:microsoft.com/office/officeart/2005/8/layout/list1"/>
    <dgm:cxn modelId="{000BE8DA-A6BF-D644-91C1-173BF7AC33DD}" type="presOf" srcId="{24EDFE4B-9270-4D3A-9CA1-EA683E8265E5}" destId="{44FACF44-1E3C-1B45-A0A1-55330D9AF408}" srcOrd="0" destOrd="1" presId="urn:microsoft.com/office/officeart/2005/8/layout/list1"/>
    <dgm:cxn modelId="{2AD60EDB-A204-404D-ABEC-62D2A0089F5F}" srcId="{B63B0447-D2AE-4025-91E4-92670E6F5219}" destId="{CB5DD4EE-CFDF-CB40-BA00-72C2C2E6CCB8}" srcOrd="0" destOrd="0" parTransId="{1817CDDD-0102-0E45-8962-688D1A9918BB}" sibTransId="{6C943AEF-5EF5-F84D-B8B4-458F1D1B1DBA}"/>
    <dgm:cxn modelId="{E6E600DD-9A53-4A55-963B-7615B4A7AD6E}" srcId="{809108BE-A17E-4A6F-A433-A14EC7C93A4C}" destId="{36A7989E-6EF2-4C95-ABC5-162951ACC939}" srcOrd="0" destOrd="0" parTransId="{8B12747C-1982-4B69-B4AB-C5EC5B456668}" sibTransId="{5C56C0C7-26B7-4D80-AEC6-CBF1B855F03C}"/>
    <dgm:cxn modelId="{0A1A04ED-7A75-1E4A-9AC2-67C05FA2070A}" type="presOf" srcId="{CA444C29-1CC5-4CF8-B3AC-02A2352CB345}" destId="{44FACF44-1E3C-1B45-A0A1-55330D9AF408}" srcOrd="0" destOrd="2" presId="urn:microsoft.com/office/officeart/2005/8/layout/list1"/>
    <dgm:cxn modelId="{7FFF0DFE-F618-C34C-AD58-1D01DCB808A4}" type="presOf" srcId="{809108BE-A17E-4A6F-A433-A14EC7C93A4C}" destId="{F0B562F2-51E8-A444-BB9F-77C7458B3FF1}" srcOrd="0" destOrd="0" presId="urn:microsoft.com/office/officeart/2005/8/layout/list1"/>
    <dgm:cxn modelId="{0F1D6922-7E8B-CA4E-95E8-BAB4DFC9EEE7}" type="presParOf" srcId="{994F1D53-5B51-E542-A2A9-B25C14235258}" destId="{0563DDEA-7610-3D42-82D4-E0AFB2432AF3}" srcOrd="0" destOrd="0" presId="urn:microsoft.com/office/officeart/2005/8/layout/list1"/>
    <dgm:cxn modelId="{FF9A8AF3-F659-F646-976A-13CF9C7DAA2B}" type="presParOf" srcId="{0563DDEA-7610-3D42-82D4-E0AFB2432AF3}" destId="{BBAE089B-37E0-EF4D-BFC5-1917985D1D7E}" srcOrd="0" destOrd="0" presId="urn:microsoft.com/office/officeart/2005/8/layout/list1"/>
    <dgm:cxn modelId="{F384B44D-C127-A247-B7DE-546F0CD964E1}" type="presParOf" srcId="{0563DDEA-7610-3D42-82D4-E0AFB2432AF3}" destId="{8911A2BE-F2E9-7648-8ED9-9E81C277B0B2}" srcOrd="1" destOrd="0" presId="urn:microsoft.com/office/officeart/2005/8/layout/list1"/>
    <dgm:cxn modelId="{CE1534E3-9C93-CE4C-92DE-90260255CCDF}" type="presParOf" srcId="{994F1D53-5B51-E542-A2A9-B25C14235258}" destId="{A2868DB0-3D5F-CC4A-8A4D-4AEFC427DCA2}" srcOrd="1" destOrd="0" presId="urn:microsoft.com/office/officeart/2005/8/layout/list1"/>
    <dgm:cxn modelId="{36C054E9-DEED-B34B-AF2E-04A35FE917FB}" type="presParOf" srcId="{994F1D53-5B51-E542-A2A9-B25C14235258}" destId="{68EC9EA2-D8A3-2049-ABC2-0143E3330965}" srcOrd="2" destOrd="0" presId="urn:microsoft.com/office/officeart/2005/8/layout/list1"/>
    <dgm:cxn modelId="{5FEE1D2D-F35C-F447-A6F4-1FE67748A4C2}" type="presParOf" srcId="{994F1D53-5B51-E542-A2A9-B25C14235258}" destId="{27EC4403-0E98-AC47-9856-149CA8B5B515}" srcOrd="3" destOrd="0" presId="urn:microsoft.com/office/officeart/2005/8/layout/list1"/>
    <dgm:cxn modelId="{F58C9672-3A5D-9A40-B3A1-EBBF8172B779}" type="presParOf" srcId="{994F1D53-5B51-E542-A2A9-B25C14235258}" destId="{D2637F26-CBB9-D343-9FAF-BCC9A7287B7F}" srcOrd="4" destOrd="0" presId="urn:microsoft.com/office/officeart/2005/8/layout/list1"/>
    <dgm:cxn modelId="{BF26F792-0911-B344-8C76-D211093FB245}" type="presParOf" srcId="{D2637F26-CBB9-D343-9FAF-BCC9A7287B7F}" destId="{F0B562F2-51E8-A444-BB9F-77C7458B3FF1}" srcOrd="0" destOrd="0" presId="urn:microsoft.com/office/officeart/2005/8/layout/list1"/>
    <dgm:cxn modelId="{4E1D7BB7-F39C-4644-B5B0-0EFA5658C103}" type="presParOf" srcId="{D2637F26-CBB9-D343-9FAF-BCC9A7287B7F}" destId="{0A5748A7-A9BF-A944-BBA1-62A7468C17A7}" srcOrd="1" destOrd="0" presId="urn:microsoft.com/office/officeart/2005/8/layout/list1"/>
    <dgm:cxn modelId="{8C864652-861E-DF48-BC49-ADA9E60AD849}" type="presParOf" srcId="{994F1D53-5B51-E542-A2A9-B25C14235258}" destId="{669A3C2F-3D7A-BA47-9C9E-29F7A370CB6A}" srcOrd="5" destOrd="0" presId="urn:microsoft.com/office/officeart/2005/8/layout/list1"/>
    <dgm:cxn modelId="{1142A3AC-1F7E-0147-9213-43CD9BB49A5A}" type="presParOf" srcId="{994F1D53-5B51-E542-A2A9-B25C14235258}" destId="{44FACF44-1E3C-1B45-A0A1-55330D9AF408}" srcOrd="6" destOrd="0" presId="urn:microsoft.com/office/officeart/2005/8/layout/list1"/>
    <dgm:cxn modelId="{5C8D9E14-9729-FB40-B638-9738C19CF4C0}" type="presParOf" srcId="{994F1D53-5B51-E542-A2A9-B25C14235258}" destId="{5B85BC97-35EC-EF4B-8B19-04D888AE49CF}" srcOrd="7" destOrd="0" presId="urn:microsoft.com/office/officeart/2005/8/layout/list1"/>
    <dgm:cxn modelId="{31B75B64-AD44-B740-88E2-7195A0DB4002}" type="presParOf" srcId="{994F1D53-5B51-E542-A2A9-B25C14235258}" destId="{904EF9F8-79E0-5D46-82DE-330172E60A57}" srcOrd="8" destOrd="0" presId="urn:microsoft.com/office/officeart/2005/8/layout/list1"/>
    <dgm:cxn modelId="{CAAA9D97-89CC-314D-B2A1-8987900442FA}" type="presParOf" srcId="{904EF9F8-79E0-5D46-82DE-330172E60A57}" destId="{0C887EB2-2B2A-F24D-81B4-3C53C29DB541}" srcOrd="0" destOrd="0" presId="urn:microsoft.com/office/officeart/2005/8/layout/list1"/>
    <dgm:cxn modelId="{2C5C37C4-51AC-CA40-8474-5E2BC70C5715}" type="presParOf" srcId="{904EF9F8-79E0-5D46-82DE-330172E60A57}" destId="{D8CC9314-1DC4-9F4C-BFEC-8149F421DAAB}" srcOrd="1" destOrd="0" presId="urn:microsoft.com/office/officeart/2005/8/layout/list1"/>
    <dgm:cxn modelId="{02EE03DB-D3C4-F846-9E9A-D9DEE0BC60D7}" type="presParOf" srcId="{994F1D53-5B51-E542-A2A9-B25C14235258}" destId="{2CB2EA85-00DB-9C43-8284-CDEDD65ABAFE}" srcOrd="9" destOrd="0" presId="urn:microsoft.com/office/officeart/2005/8/layout/list1"/>
    <dgm:cxn modelId="{3D3D5E2A-9A5E-DA4B-8EAB-D405A3F0AB8F}" type="presParOf" srcId="{994F1D53-5B51-E542-A2A9-B25C14235258}" destId="{BF222F19-CEAE-844D-81AE-E5BECFD7E902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55E17E2-885A-4A85-BFCD-7AD9F64F584C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33449A5-B9E8-4877-A5CF-F33CAE391D53}">
      <dgm:prSet/>
      <dgm:spPr/>
      <dgm:t>
        <a:bodyPr/>
        <a:lstStyle/>
        <a:p>
          <a:r>
            <a:rPr lang="en-US"/>
            <a:t>r = </a:t>
          </a:r>
          <a:r>
            <a:rPr lang="en-US" b="1"/>
            <a:t>.063</a:t>
          </a:r>
          <a:r>
            <a:rPr lang="en-US"/>
            <a:t>, p &lt; .001 → weak positive correlation</a:t>
          </a:r>
        </a:p>
      </dgm:t>
    </dgm:pt>
    <dgm:pt modelId="{F8D2A7E1-2545-437C-BC33-580008E09060}" type="parTrans" cxnId="{09021573-909A-49EF-9D06-0E74F158C846}">
      <dgm:prSet/>
      <dgm:spPr/>
      <dgm:t>
        <a:bodyPr/>
        <a:lstStyle/>
        <a:p>
          <a:endParaRPr lang="en-US"/>
        </a:p>
      </dgm:t>
    </dgm:pt>
    <dgm:pt modelId="{37E94ACD-0AB3-42CB-96F9-1BE38DB62641}" type="sibTrans" cxnId="{09021573-909A-49EF-9D06-0E74F158C846}">
      <dgm:prSet/>
      <dgm:spPr/>
      <dgm:t>
        <a:bodyPr/>
        <a:lstStyle/>
        <a:p>
          <a:endParaRPr lang="en-US"/>
        </a:p>
      </dgm:t>
    </dgm:pt>
    <dgm:pt modelId="{B6220133-3CAC-4C5C-A0BC-847D828CD0BA}">
      <dgm:prSet/>
      <dgm:spPr/>
      <dgm:t>
        <a:bodyPr/>
        <a:lstStyle/>
        <a:p>
          <a:r>
            <a:rPr lang="en-US" dirty="0"/>
            <a:t>Older guests slightly more satisfied</a:t>
          </a:r>
        </a:p>
      </dgm:t>
    </dgm:pt>
    <dgm:pt modelId="{C1E1F933-DFFC-4629-824E-E533F8A1B677}" type="parTrans" cxnId="{4A9C5873-0407-4E86-AE64-E03D2F16C62A}">
      <dgm:prSet/>
      <dgm:spPr/>
      <dgm:t>
        <a:bodyPr/>
        <a:lstStyle/>
        <a:p>
          <a:endParaRPr lang="en-US"/>
        </a:p>
      </dgm:t>
    </dgm:pt>
    <dgm:pt modelId="{9A618052-5B4B-4A8F-97FC-5E022B9DF9ED}" type="sibTrans" cxnId="{4A9C5873-0407-4E86-AE64-E03D2F16C62A}">
      <dgm:prSet/>
      <dgm:spPr/>
      <dgm:t>
        <a:bodyPr/>
        <a:lstStyle/>
        <a:p>
          <a:endParaRPr lang="en-US"/>
        </a:p>
      </dgm:t>
    </dgm:pt>
    <dgm:pt modelId="{9151ED75-D193-1343-A2E5-CC3F42048151}" type="pres">
      <dgm:prSet presAssocID="{E55E17E2-885A-4A85-BFCD-7AD9F64F584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2E14D8C-6124-B747-8A4A-B0E21371E543}" type="pres">
      <dgm:prSet presAssocID="{D33449A5-B9E8-4877-A5CF-F33CAE391D53}" presName="hierRoot1" presStyleCnt="0"/>
      <dgm:spPr/>
    </dgm:pt>
    <dgm:pt modelId="{51C73F4E-1B1E-8846-B6D3-1081F9FD5C8B}" type="pres">
      <dgm:prSet presAssocID="{D33449A5-B9E8-4877-A5CF-F33CAE391D53}" presName="composite" presStyleCnt="0"/>
      <dgm:spPr/>
    </dgm:pt>
    <dgm:pt modelId="{458270DB-301E-5A4F-A3CD-03D8A42B4678}" type="pres">
      <dgm:prSet presAssocID="{D33449A5-B9E8-4877-A5CF-F33CAE391D53}" presName="background" presStyleLbl="node0" presStyleIdx="0" presStyleCnt="2"/>
      <dgm:spPr/>
    </dgm:pt>
    <dgm:pt modelId="{0B12AD37-8F00-B048-BA26-AE03E83964E6}" type="pres">
      <dgm:prSet presAssocID="{D33449A5-B9E8-4877-A5CF-F33CAE391D53}" presName="text" presStyleLbl="fgAcc0" presStyleIdx="0" presStyleCnt="2">
        <dgm:presLayoutVars>
          <dgm:chPref val="3"/>
        </dgm:presLayoutVars>
      </dgm:prSet>
      <dgm:spPr/>
    </dgm:pt>
    <dgm:pt modelId="{4C3BE1BD-8CB3-9D44-8C7F-6DE3344A3942}" type="pres">
      <dgm:prSet presAssocID="{D33449A5-B9E8-4877-A5CF-F33CAE391D53}" presName="hierChild2" presStyleCnt="0"/>
      <dgm:spPr/>
    </dgm:pt>
    <dgm:pt modelId="{81F4C079-3516-524B-A9A1-4BF8E52E81AC}" type="pres">
      <dgm:prSet presAssocID="{B6220133-3CAC-4C5C-A0BC-847D828CD0BA}" presName="hierRoot1" presStyleCnt="0"/>
      <dgm:spPr/>
    </dgm:pt>
    <dgm:pt modelId="{B573C592-68AB-E441-827A-49BB7B192979}" type="pres">
      <dgm:prSet presAssocID="{B6220133-3CAC-4C5C-A0BC-847D828CD0BA}" presName="composite" presStyleCnt="0"/>
      <dgm:spPr/>
    </dgm:pt>
    <dgm:pt modelId="{4BE355DF-50C8-3940-BC59-A09065E63CCC}" type="pres">
      <dgm:prSet presAssocID="{B6220133-3CAC-4C5C-A0BC-847D828CD0BA}" presName="background" presStyleLbl="node0" presStyleIdx="1" presStyleCnt="2"/>
      <dgm:spPr/>
    </dgm:pt>
    <dgm:pt modelId="{E8A1F389-866F-5045-B6F0-845EEBA444C3}" type="pres">
      <dgm:prSet presAssocID="{B6220133-3CAC-4C5C-A0BC-847D828CD0BA}" presName="text" presStyleLbl="fgAcc0" presStyleIdx="1" presStyleCnt="2">
        <dgm:presLayoutVars>
          <dgm:chPref val="3"/>
        </dgm:presLayoutVars>
      </dgm:prSet>
      <dgm:spPr/>
    </dgm:pt>
    <dgm:pt modelId="{7CCB0097-6E2A-6A4D-90A1-6BA658BF8CD6}" type="pres">
      <dgm:prSet presAssocID="{B6220133-3CAC-4C5C-A0BC-847D828CD0BA}" presName="hierChild2" presStyleCnt="0"/>
      <dgm:spPr/>
    </dgm:pt>
  </dgm:ptLst>
  <dgm:cxnLst>
    <dgm:cxn modelId="{8F2E5C69-8F39-5C40-804F-FE00D50640DC}" type="presOf" srcId="{E55E17E2-885A-4A85-BFCD-7AD9F64F584C}" destId="{9151ED75-D193-1343-A2E5-CC3F42048151}" srcOrd="0" destOrd="0" presId="urn:microsoft.com/office/officeart/2005/8/layout/hierarchy1"/>
    <dgm:cxn modelId="{09021573-909A-49EF-9D06-0E74F158C846}" srcId="{E55E17E2-885A-4A85-BFCD-7AD9F64F584C}" destId="{D33449A5-B9E8-4877-A5CF-F33CAE391D53}" srcOrd="0" destOrd="0" parTransId="{F8D2A7E1-2545-437C-BC33-580008E09060}" sibTransId="{37E94ACD-0AB3-42CB-96F9-1BE38DB62641}"/>
    <dgm:cxn modelId="{4A9C5873-0407-4E86-AE64-E03D2F16C62A}" srcId="{E55E17E2-885A-4A85-BFCD-7AD9F64F584C}" destId="{B6220133-3CAC-4C5C-A0BC-847D828CD0BA}" srcOrd="1" destOrd="0" parTransId="{C1E1F933-DFFC-4629-824E-E533F8A1B677}" sibTransId="{9A618052-5B4B-4A8F-97FC-5E022B9DF9ED}"/>
    <dgm:cxn modelId="{1B9B8093-0CD6-B247-85EE-759C31F83611}" type="presOf" srcId="{B6220133-3CAC-4C5C-A0BC-847D828CD0BA}" destId="{E8A1F389-866F-5045-B6F0-845EEBA444C3}" srcOrd="0" destOrd="0" presId="urn:microsoft.com/office/officeart/2005/8/layout/hierarchy1"/>
    <dgm:cxn modelId="{3AF2D996-5CEF-9445-8EA7-A2ACFA83BB1C}" type="presOf" srcId="{D33449A5-B9E8-4877-A5CF-F33CAE391D53}" destId="{0B12AD37-8F00-B048-BA26-AE03E83964E6}" srcOrd="0" destOrd="0" presId="urn:microsoft.com/office/officeart/2005/8/layout/hierarchy1"/>
    <dgm:cxn modelId="{6AD11DB3-BEAB-B549-B05E-61DF51ACE9E9}" type="presParOf" srcId="{9151ED75-D193-1343-A2E5-CC3F42048151}" destId="{52E14D8C-6124-B747-8A4A-B0E21371E543}" srcOrd="0" destOrd="0" presId="urn:microsoft.com/office/officeart/2005/8/layout/hierarchy1"/>
    <dgm:cxn modelId="{3CB34BA9-1B7A-8141-8261-B5E5F2192B63}" type="presParOf" srcId="{52E14D8C-6124-B747-8A4A-B0E21371E543}" destId="{51C73F4E-1B1E-8846-B6D3-1081F9FD5C8B}" srcOrd="0" destOrd="0" presId="urn:microsoft.com/office/officeart/2005/8/layout/hierarchy1"/>
    <dgm:cxn modelId="{81D99EB5-C1FF-4448-8F0F-249157F4B609}" type="presParOf" srcId="{51C73F4E-1B1E-8846-B6D3-1081F9FD5C8B}" destId="{458270DB-301E-5A4F-A3CD-03D8A42B4678}" srcOrd="0" destOrd="0" presId="urn:microsoft.com/office/officeart/2005/8/layout/hierarchy1"/>
    <dgm:cxn modelId="{23F9633E-C442-2447-BEE6-718F382E6811}" type="presParOf" srcId="{51C73F4E-1B1E-8846-B6D3-1081F9FD5C8B}" destId="{0B12AD37-8F00-B048-BA26-AE03E83964E6}" srcOrd="1" destOrd="0" presId="urn:microsoft.com/office/officeart/2005/8/layout/hierarchy1"/>
    <dgm:cxn modelId="{BB1B73CA-F576-934E-AEA4-142C4A0C91CE}" type="presParOf" srcId="{52E14D8C-6124-B747-8A4A-B0E21371E543}" destId="{4C3BE1BD-8CB3-9D44-8C7F-6DE3344A3942}" srcOrd="1" destOrd="0" presId="urn:microsoft.com/office/officeart/2005/8/layout/hierarchy1"/>
    <dgm:cxn modelId="{2B1A6FDB-0154-9A4B-A2D8-2A2C1EBDDC70}" type="presParOf" srcId="{9151ED75-D193-1343-A2E5-CC3F42048151}" destId="{81F4C079-3516-524B-A9A1-4BF8E52E81AC}" srcOrd="1" destOrd="0" presId="urn:microsoft.com/office/officeart/2005/8/layout/hierarchy1"/>
    <dgm:cxn modelId="{1043D73A-0E19-7A47-A332-770DFA4C099C}" type="presParOf" srcId="{81F4C079-3516-524B-A9A1-4BF8E52E81AC}" destId="{B573C592-68AB-E441-827A-49BB7B192979}" srcOrd="0" destOrd="0" presId="urn:microsoft.com/office/officeart/2005/8/layout/hierarchy1"/>
    <dgm:cxn modelId="{B35290B4-7D73-504B-94C2-D54AD9B84B9B}" type="presParOf" srcId="{B573C592-68AB-E441-827A-49BB7B192979}" destId="{4BE355DF-50C8-3940-BC59-A09065E63CCC}" srcOrd="0" destOrd="0" presId="urn:microsoft.com/office/officeart/2005/8/layout/hierarchy1"/>
    <dgm:cxn modelId="{082B42E2-FFB4-5E4D-B9DE-47E3080AA688}" type="presParOf" srcId="{B573C592-68AB-E441-827A-49BB7B192979}" destId="{E8A1F389-866F-5045-B6F0-845EEBA444C3}" srcOrd="1" destOrd="0" presId="urn:microsoft.com/office/officeart/2005/8/layout/hierarchy1"/>
    <dgm:cxn modelId="{60F6270B-D711-D347-8C12-FD60DB905210}" type="presParOf" srcId="{81F4C079-3516-524B-A9A1-4BF8E52E81AC}" destId="{7CCB0097-6E2A-6A4D-90A1-6BA658BF8CD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55E17E2-885A-4A85-BFCD-7AD9F64F584C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33449A5-B9E8-4877-A5CF-F33CAE391D53}">
      <dgm:prSet custT="1"/>
      <dgm:spPr/>
      <dgm:t>
        <a:bodyPr/>
        <a:lstStyle/>
        <a:p>
          <a:r>
            <a:rPr lang="en-US" sz="4400" dirty="0"/>
            <a:t>r = </a:t>
          </a:r>
          <a:r>
            <a:rPr lang="en-US" sz="4400" b="1" dirty="0"/>
            <a:t>.296</a:t>
          </a:r>
          <a:r>
            <a:rPr lang="en-US" sz="4400" dirty="0"/>
            <a:t>, p &lt; .001 → moderate positive correlation</a:t>
          </a:r>
        </a:p>
      </dgm:t>
    </dgm:pt>
    <dgm:pt modelId="{F8D2A7E1-2545-437C-BC33-580008E09060}" type="parTrans" cxnId="{09021573-909A-49EF-9D06-0E74F158C846}">
      <dgm:prSet/>
      <dgm:spPr/>
      <dgm:t>
        <a:bodyPr/>
        <a:lstStyle/>
        <a:p>
          <a:endParaRPr lang="en-US"/>
        </a:p>
      </dgm:t>
    </dgm:pt>
    <dgm:pt modelId="{37E94ACD-0AB3-42CB-96F9-1BE38DB62641}" type="sibTrans" cxnId="{09021573-909A-49EF-9D06-0E74F158C846}">
      <dgm:prSet/>
      <dgm:spPr/>
      <dgm:t>
        <a:bodyPr/>
        <a:lstStyle/>
        <a:p>
          <a:endParaRPr lang="en-US"/>
        </a:p>
      </dgm:t>
    </dgm:pt>
    <dgm:pt modelId="{B6220133-3CAC-4C5C-A0BC-847D828CD0BA}">
      <dgm:prSet/>
      <dgm:spPr/>
      <dgm:t>
        <a:bodyPr/>
        <a:lstStyle/>
        <a:p>
          <a:r>
            <a:rPr lang="en-US" dirty="0"/>
            <a:t>Cleanliness is key satisfaction factor </a:t>
          </a:r>
        </a:p>
      </dgm:t>
    </dgm:pt>
    <dgm:pt modelId="{C1E1F933-DFFC-4629-824E-E533F8A1B677}" type="parTrans" cxnId="{4A9C5873-0407-4E86-AE64-E03D2F16C62A}">
      <dgm:prSet/>
      <dgm:spPr/>
      <dgm:t>
        <a:bodyPr/>
        <a:lstStyle/>
        <a:p>
          <a:endParaRPr lang="en-US"/>
        </a:p>
      </dgm:t>
    </dgm:pt>
    <dgm:pt modelId="{9A618052-5B4B-4A8F-97FC-5E022B9DF9ED}" type="sibTrans" cxnId="{4A9C5873-0407-4E86-AE64-E03D2F16C62A}">
      <dgm:prSet/>
      <dgm:spPr/>
      <dgm:t>
        <a:bodyPr/>
        <a:lstStyle/>
        <a:p>
          <a:endParaRPr lang="en-US"/>
        </a:p>
      </dgm:t>
    </dgm:pt>
    <dgm:pt modelId="{9151ED75-D193-1343-A2E5-CC3F42048151}" type="pres">
      <dgm:prSet presAssocID="{E55E17E2-885A-4A85-BFCD-7AD9F64F584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2E14D8C-6124-B747-8A4A-B0E21371E543}" type="pres">
      <dgm:prSet presAssocID="{D33449A5-B9E8-4877-A5CF-F33CAE391D53}" presName="hierRoot1" presStyleCnt="0"/>
      <dgm:spPr/>
    </dgm:pt>
    <dgm:pt modelId="{51C73F4E-1B1E-8846-B6D3-1081F9FD5C8B}" type="pres">
      <dgm:prSet presAssocID="{D33449A5-B9E8-4877-A5CF-F33CAE391D53}" presName="composite" presStyleCnt="0"/>
      <dgm:spPr/>
    </dgm:pt>
    <dgm:pt modelId="{458270DB-301E-5A4F-A3CD-03D8A42B4678}" type="pres">
      <dgm:prSet presAssocID="{D33449A5-B9E8-4877-A5CF-F33CAE391D53}" presName="background" presStyleLbl="node0" presStyleIdx="0" presStyleCnt="2"/>
      <dgm:spPr/>
    </dgm:pt>
    <dgm:pt modelId="{0B12AD37-8F00-B048-BA26-AE03E83964E6}" type="pres">
      <dgm:prSet presAssocID="{D33449A5-B9E8-4877-A5CF-F33CAE391D53}" presName="text" presStyleLbl="fgAcc0" presStyleIdx="0" presStyleCnt="2">
        <dgm:presLayoutVars>
          <dgm:chPref val="3"/>
        </dgm:presLayoutVars>
      </dgm:prSet>
      <dgm:spPr/>
    </dgm:pt>
    <dgm:pt modelId="{4C3BE1BD-8CB3-9D44-8C7F-6DE3344A3942}" type="pres">
      <dgm:prSet presAssocID="{D33449A5-B9E8-4877-A5CF-F33CAE391D53}" presName="hierChild2" presStyleCnt="0"/>
      <dgm:spPr/>
    </dgm:pt>
    <dgm:pt modelId="{81F4C079-3516-524B-A9A1-4BF8E52E81AC}" type="pres">
      <dgm:prSet presAssocID="{B6220133-3CAC-4C5C-A0BC-847D828CD0BA}" presName="hierRoot1" presStyleCnt="0"/>
      <dgm:spPr/>
    </dgm:pt>
    <dgm:pt modelId="{B573C592-68AB-E441-827A-49BB7B192979}" type="pres">
      <dgm:prSet presAssocID="{B6220133-3CAC-4C5C-A0BC-847D828CD0BA}" presName="composite" presStyleCnt="0"/>
      <dgm:spPr/>
    </dgm:pt>
    <dgm:pt modelId="{4BE355DF-50C8-3940-BC59-A09065E63CCC}" type="pres">
      <dgm:prSet presAssocID="{B6220133-3CAC-4C5C-A0BC-847D828CD0BA}" presName="background" presStyleLbl="node0" presStyleIdx="1" presStyleCnt="2"/>
      <dgm:spPr/>
    </dgm:pt>
    <dgm:pt modelId="{E8A1F389-866F-5045-B6F0-845EEBA444C3}" type="pres">
      <dgm:prSet presAssocID="{B6220133-3CAC-4C5C-A0BC-847D828CD0BA}" presName="text" presStyleLbl="fgAcc0" presStyleIdx="1" presStyleCnt="2">
        <dgm:presLayoutVars>
          <dgm:chPref val="3"/>
        </dgm:presLayoutVars>
      </dgm:prSet>
      <dgm:spPr/>
    </dgm:pt>
    <dgm:pt modelId="{7CCB0097-6E2A-6A4D-90A1-6BA658BF8CD6}" type="pres">
      <dgm:prSet presAssocID="{B6220133-3CAC-4C5C-A0BC-847D828CD0BA}" presName="hierChild2" presStyleCnt="0"/>
      <dgm:spPr/>
    </dgm:pt>
  </dgm:ptLst>
  <dgm:cxnLst>
    <dgm:cxn modelId="{8F2E5C69-8F39-5C40-804F-FE00D50640DC}" type="presOf" srcId="{E55E17E2-885A-4A85-BFCD-7AD9F64F584C}" destId="{9151ED75-D193-1343-A2E5-CC3F42048151}" srcOrd="0" destOrd="0" presId="urn:microsoft.com/office/officeart/2005/8/layout/hierarchy1"/>
    <dgm:cxn modelId="{09021573-909A-49EF-9D06-0E74F158C846}" srcId="{E55E17E2-885A-4A85-BFCD-7AD9F64F584C}" destId="{D33449A5-B9E8-4877-A5CF-F33CAE391D53}" srcOrd="0" destOrd="0" parTransId="{F8D2A7E1-2545-437C-BC33-580008E09060}" sibTransId="{37E94ACD-0AB3-42CB-96F9-1BE38DB62641}"/>
    <dgm:cxn modelId="{4A9C5873-0407-4E86-AE64-E03D2F16C62A}" srcId="{E55E17E2-885A-4A85-BFCD-7AD9F64F584C}" destId="{B6220133-3CAC-4C5C-A0BC-847D828CD0BA}" srcOrd="1" destOrd="0" parTransId="{C1E1F933-DFFC-4629-824E-E533F8A1B677}" sibTransId="{9A618052-5B4B-4A8F-97FC-5E022B9DF9ED}"/>
    <dgm:cxn modelId="{1B9B8093-0CD6-B247-85EE-759C31F83611}" type="presOf" srcId="{B6220133-3CAC-4C5C-A0BC-847D828CD0BA}" destId="{E8A1F389-866F-5045-B6F0-845EEBA444C3}" srcOrd="0" destOrd="0" presId="urn:microsoft.com/office/officeart/2005/8/layout/hierarchy1"/>
    <dgm:cxn modelId="{3AF2D996-5CEF-9445-8EA7-A2ACFA83BB1C}" type="presOf" srcId="{D33449A5-B9E8-4877-A5CF-F33CAE391D53}" destId="{0B12AD37-8F00-B048-BA26-AE03E83964E6}" srcOrd="0" destOrd="0" presId="urn:microsoft.com/office/officeart/2005/8/layout/hierarchy1"/>
    <dgm:cxn modelId="{6AD11DB3-BEAB-B549-B05E-61DF51ACE9E9}" type="presParOf" srcId="{9151ED75-D193-1343-A2E5-CC3F42048151}" destId="{52E14D8C-6124-B747-8A4A-B0E21371E543}" srcOrd="0" destOrd="0" presId="urn:microsoft.com/office/officeart/2005/8/layout/hierarchy1"/>
    <dgm:cxn modelId="{3CB34BA9-1B7A-8141-8261-B5E5F2192B63}" type="presParOf" srcId="{52E14D8C-6124-B747-8A4A-B0E21371E543}" destId="{51C73F4E-1B1E-8846-B6D3-1081F9FD5C8B}" srcOrd="0" destOrd="0" presId="urn:microsoft.com/office/officeart/2005/8/layout/hierarchy1"/>
    <dgm:cxn modelId="{81D99EB5-C1FF-4448-8F0F-249157F4B609}" type="presParOf" srcId="{51C73F4E-1B1E-8846-B6D3-1081F9FD5C8B}" destId="{458270DB-301E-5A4F-A3CD-03D8A42B4678}" srcOrd="0" destOrd="0" presId="urn:microsoft.com/office/officeart/2005/8/layout/hierarchy1"/>
    <dgm:cxn modelId="{23F9633E-C442-2447-BEE6-718F382E6811}" type="presParOf" srcId="{51C73F4E-1B1E-8846-B6D3-1081F9FD5C8B}" destId="{0B12AD37-8F00-B048-BA26-AE03E83964E6}" srcOrd="1" destOrd="0" presId="urn:microsoft.com/office/officeart/2005/8/layout/hierarchy1"/>
    <dgm:cxn modelId="{BB1B73CA-F576-934E-AEA4-142C4A0C91CE}" type="presParOf" srcId="{52E14D8C-6124-B747-8A4A-B0E21371E543}" destId="{4C3BE1BD-8CB3-9D44-8C7F-6DE3344A3942}" srcOrd="1" destOrd="0" presId="urn:microsoft.com/office/officeart/2005/8/layout/hierarchy1"/>
    <dgm:cxn modelId="{2B1A6FDB-0154-9A4B-A2D8-2A2C1EBDDC70}" type="presParOf" srcId="{9151ED75-D193-1343-A2E5-CC3F42048151}" destId="{81F4C079-3516-524B-A9A1-4BF8E52E81AC}" srcOrd="1" destOrd="0" presId="urn:microsoft.com/office/officeart/2005/8/layout/hierarchy1"/>
    <dgm:cxn modelId="{1043D73A-0E19-7A47-A332-770DFA4C099C}" type="presParOf" srcId="{81F4C079-3516-524B-A9A1-4BF8E52E81AC}" destId="{B573C592-68AB-E441-827A-49BB7B192979}" srcOrd="0" destOrd="0" presId="urn:microsoft.com/office/officeart/2005/8/layout/hierarchy1"/>
    <dgm:cxn modelId="{B35290B4-7D73-504B-94C2-D54AD9B84B9B}" type="presParOf" srcId="{B573C592-68AB-E441-827A-49BB7B192979}" destId="{4BE355DF-50C8-3940-BC59-A09065E63CCC}" srcOrd="0" destOrd="0" presId="urn:microsoft.com/office/officeart/2005/8/layout/hierarchy1"/>
    <dgm:cxn modelId="{082B42E2-FFB4-5E4D-B9DE-47E3080AA688}" type="presParOf" srcId="{B573C592-68AB-E441-827A-49BB7B192979}" destId="{E8A1F389-866F-5045-B6F0-845EEBA444C3}" srcOrd="1" destOrd="0" presId="urn:microsoft.com/office/officeart/2005/8/layout/hierarchy1"/>
    <dgm:cxn modelId="{60F6270B-D711-D347-8C12-FD60DB905210}" type="presParOf" srcId="{81F4C079-3516-524B-A9A1-4BF8E52E81AC}" destId="{7CCB0097-6E2A-6A4D-90A1-6BA658BF8CD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AE1B32E-9AB3-4C2A-83C3-AD94E77E21ED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A2F9838-78C8-4806-B91A-420F15B3D527}">
      <dgm:prSet/>
      <dgm:spPr/>
      <dgm:t>
        <a:bodyPr/>
        <a:lstStyle/>
        <a:p>
          <a:r>
            <a:rPr lang="en-US" b="1"/>
            <a:t>Means:</a:t>
          </a:r>
          <a:endParaRPr lang="en-US"/>
        </a:p>
      </dgm:t>
    </dgm:pt>
    <dgm:pt modelId="{8FA8887B-D3D3-4AD5-840F-C841DFC8BC5C}" type="parTrans" cxnId="{0F89151C-7E25-40EF-8262-2C540770D5F3}">
      <dgm:prSet/>
      <dgm:spPr/>
      <dgm:t>
        <a:bodyPr/>
        <a:lstStyle/>
        <a:p>
          <a:endParaRPr lang="en-US"/>
        </a:p>
      </dgm:t>
    </dgm:pt>
    <dgm:pt modelId="{D0F9C29E-BBCC-4F3C-8CAF-D0E56CE0AE98}" type="sibTrans" cxnId="{0F89151C-7E25-40EF-8262-2C540770D5F3}">
      <dgm:prSet/>
      <dgm:spPr/>
      <dgm:t>
        <a:bodyPr/>
        <a:lstStyle/>
        <a:p>
          <a:endParaRPr lang="en-US"/>
        </a:p>
      </dgm:t>
    </dgm:pt>
    <dgm:pt modelId="{212E38B6-2C58-4168-A9E4-360487A0EE39}">
      <dgm:prSet custT="1"/>
      <dgm:spPr/>
      <dgm:t>
        <a:bodyPr/>
        <a:lstStyle/>
        <a:p>
          <a:r>
            <a:rPr lang="en-US" sz="3200" dirty="0"/>
            <a:t>Female = 60.02</a:t>
          </a:r>
        </a:p>
      </dgm:t>
    </dgm:pt>
    <dgm:pt modelId="{4397EDEF-C701-42A3-BAEF-AA3D11E26E32}" type="parTrans" cxnId="{ED7115C7-D088-4169-B761-9F17857E1729}">
      <dgm:prSet/>
      <dgm:spPr/>
      <dgm:t>
        <a:bodyPr/>
        <a:lstStyle/>
        <a:p>
          <a:endParaRPr lang="en-US"/>
        </a:p>
      </dgm:t>
    </dgm:pt>
    <dgm:pt modelId="{A35391A2-1B29-4D44-AFE7-317FEDC6FEAB}" type="sibTrans" cxnId="{ED7115C7-D088-4169-B761-9F17857E1729}">
      <dgm:prSet/>
      <dgm:spPr/>
      <dgm:t>
        <a:bodyPr/>
        <a:lstStyle/>
        <a:p>
          <a:endParaRPr lang="en-US"/>
        </a:p>
      </dgm:t>
    </dgm:pt>
    <dgm:pt modelId="{A01E1FAF-49D5-401E-8909-2B2599200F35}">
      <dgm:prSet custT="1"/>
      <dgm:spPr/>
      <dgm:t>
        <a:bodyPr/>
        <a:lstStyle/>
        <a:p>
          <a:r>
            <a:rPr lang="en-US" sz="3600" dirty="0"/>
            <a:t>Male = 60.43</a:t>
          </a:r>
        </a:p>
      </dgm:t>
    </dgm:pt>
    <dgm:pt modelId="{4ADDC04E-13DC-4C12-A2DD-942907D4855D}" type="parTrans" cxnId="{4AFBC16E-233C-40FE-8060-A75324123156}">
      <dgm:prSet/>
      <dgm:spPr/>
      <dgm:t>
        <a:bodyPr/>
        <a:lstStyle/>
        <a:p>
          <a:endParaRPr lang="en-US"/>
        </a:p>
      </dgm:t>
    </dgm:pt>
    <dgm:pt modelId="{6F0F14DE-4074-4519-9B21-DD46C5570C71}" type="sibTrans" cxnId="{4AFBC16E-233C-40FE-8060-A75324123156}">
      <dgm:prSet/>
      <dgm:spPr/>
      <dgm:t>
        <a:bodyPr/>
        <a:lstStyle/>
        <a:p>
          <a:endParaRPr lang="en-US"/>
        </a:p>
      </dgm:t>
    </dgm:pt>
    <dgm:pt modelId="{D7CF5CF1-CC9E-45AB-8BDE-8967DD01603E}">
      <dgm:prSet/>
      <dgm:spPr/>
      <dgm:t>
        <a:bodyPr/>
        <a:lstStyle/>
        <a:p>
          <a:r>
            <a:rPr lang="en-US" b="1"/>
            <a:t>p = .004</a:t>
          </a:r>
          <a:endParaRPr lang="en-US"/>
        </a:p>
      </dgm:t>
    </dgm:pt>
    <dgm:pt modelId="{7AED6C79-CE03-4EC7-BD7C-D6CFCC96F584}" type="parTrans" cxnId="{9C8FF82E-4136-460D-A61F-3B384DEAF783}">
      <dgm:prSet/>
      <dgm:spPr/>
      <dgm:t>
        <a:bodyPr/>
        <a:lstStyle/>
        <a:p>
          <a:endParaRPr lang="en-US"/>
        </a:p>
      </dgm:t>
    </dgm:pt>
    <dgm:pt modelId="{94B9C1CD-C7EC-4BDC-9E26-77A8B297E189}" type="sibTrans" cxnId="{9C8FF82E-4136-460D-A61F-3B384DEAF783}">
      <dgm:prSet/>
      <dgm:spPr/>
      <dgm:t>
        <a:bodyPr/>
        <a:lstStyle/>
        <a:p>
          <a:endParaRPr lang="en-US"/>
        </a:p>
      </dgm:t>
    </dgm:pt>
    <dgm:pt modelId="{1961308B-7DB0-48B0-8FE0-89DC7D9F8BD1}">
      <dgm:prSet/>
      <dgm:spPr/>
      <dgm:t>
        <a:bodyPr/>
        <a:lstStyle/>
        <a:p>
          <a:r>
            <a:rPr lang="en-US" dirty="0"/>
            <a:t>➤ Statistically significant, but the </a:t>
          </a:r>
          <a:r>
            <a:rPr lang="en-US" b="1" dirty="0"/>
            <a:t>effect is negligible</a:t>
          </a:r>
          <a:endParaRPr lang="en-US" dirty="0"/>
        </a:p>
      </dgm:t>
    </dgm:pt>
    <dgm:pt modelId="{01426000-D8D5-483A-87C0-3B05D8F8538A}" type="parTrans" cxnId="{F54F89A1-914C-4155-8619-312C0D574C6F}">
      <dgm:prSet/>
      <dgm:spPr/>
      <dgm:t>
        <a:bodyPr/>
        <a:lstStyle/>
        <a:p>
          <a:endParaRPr lang="en-US"/>
        </a:p>
      </dgm:t>
    </dgm:pt>
    <dgm:pt modelId="{E3E2EA92-DF88-4BF5-8FC9-616E33C6AB51}" type="sibTrans" cxnId="{F54F89A1-914C-4155-8619-312C0D574C6F}">
      <dgm:prSet/>
      <dgm:spPr/>
      <dgm:t>
        <a:bodyPr/>
        <a:lstStyle/>
        <a:p>
          <a:endParaRPr lang="en-US"/>
        </a:p>
      </dgm:t>
    </dgm:pt>
    <dgm:pt modelId="{91FC1829-D0F7-0744-BAD7-B123ACE3C99D}" type="pres">
      <dgm:prSet presAssocID="{6AE1B32E-9AB3-4C2A-83C3-AD94E77E21E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A031A6F-AD94-0E41-93FC-E02A55207699}" type="pres">
      <dgm:prSet presAssocID="{2A2F9838-78C8-4806-B91A-420F15B3D527}" presName="hierRoot1" presStyleCnt="0">
        <dgm:presLayoutVars>
          <dgm:hierBranch val="init"/>
        </dgm:presLayoutVars>
      </dgm:prSet>
      <dgm:spPr/>
    </dgm:pt>
    <dgm:pt modelId="{B38538A3-D618-6446-AB3B-3F15C6D23ACC}" type="pres">
      <dgm:prSet presAssocID="{2A2F9838-78C8-4806-B91A-420F15B3D527}" presName="rootComposite1" presStyleCnt="0"/>
      <dgm:spPr/>
    </dgm:pt>
    <dgm:pt modelId="{FD83CFB4-A53C-E545-A76C-60C4E1BC6691}" type="pres">
      <dgm:prSet presAssocID="{2A2F9838-78C8-4806-B91A-420F15B3D527}" presName="rootText1" presStyleLbl="node0" presStyleIdx="0" presStyleCnt="3">
        <dgm:presLayoutVars>
          <dgm:chPref val="3"/>
        </dgm:presLayoutVars>
      </dgm:prSet>
      <dgm:spPr/>
    </dgm:pt>
    <dgm:pt modelId="{51A8561D-DF8C-F643-9185-1242C81A5FF0}" type="pres">
      <dgm:prSet presAssocID="{2A2F9838-78C8-4806-B91A-420F15B3D527}" presName="rootConnector1" presStyleLbl="node1" presStyleIdx="0" presStyleCnt="0"/>
      <dgm:spPr/>
    </dgm:pt>
    <dgm:pt modelId="{0519E99B-38BE-9740-9E5B-5DAB85D38D24}" type="pres">
      <dgm:prSet presAssocID="{2A2F9838-78C8-4806-B91A-420F15B3D527}" presName="hierChild2" presStyleCnt="0"/>
      <dgm:spPr/>
    </dgm:pt>
    <dgm:pt modelId="{3D49DDAA-DB26-1B45-9E23-7FBE773DB1CD}" type="pres">
      <dgm:prSet presAssocID="{4397EDEF-C701-42A3-BAEF-AA3D11E26E32}" presName="Name64" presStyleLbl="parChTrans1D2" presStyleIdx="0" presStyleCnt="2"/>
      <dgm:spPr/>
    </dgm:pt>
    <dgm:pt modelId="{8228C798-3F71-EF48-A43A-6FEE7C324F3D}" type="pres">
      <dgm:prSet presAssocID="{212E38B6-2C58-4168-A9E4-360487A0EE39}" presName="hierRoot2" presStyleCnt="0">
        <dgm:presLayoutVars>
          <dgm:hierBranch val="init"/>
        </dgm:presLayoutVars>
      </dgm:prSet>
      <dgm:spPr/>
    </dgm:pt>
    <dgm:pt modelId="{03B16D4D-FFBE-F143-AAEC-42772B0ADB65}" type="pres">
      <dgm:prSet presAssocID="{212E38B6-2C58-4168-A9E4-360487A0EE39}" presName="rootComposite" presStyleCnt="0"/>
      <dgm:spPr/>
    </dgm:pt>
    <dgm:pt modelId="{1A0CBE50-16D1-3E49-B74A-5EBC0ED9DDB9}" type="pres">
      <dgm:prSet presAssocID="{212E38B6-2C58-4168-A9E4-360487A0EE39}" presName="rootText" presStyleLbl="node2" presStyleIdx="0" presStyleCnt="2">
        <dgm:presLayoutVars>
          <dgm:chPref val="3"/>
        </dgm:presLayoutVars>
      </dgm:prSet>
      <dgm:spPr/>
    </dgm:pt>
    <dgm:pt modelId="{AEA165F8-8138-2947-AEEA-5297FB856BCB}" type="pres">
      <dgm:prSet presAssocID="{212E38B6-2C58-4168-A9E4-360487A0EE39}" presName="rootConnector" presStyleLbl="node2" presStyleIdx="0" presStyleCnt="2"/>
      <dgm:spPr/>
    </dgm:pt>
    <dgm:pt modelId="{14680D5B-9510-5A4E-A02A-3B80307F2328}" type="pres">
      <dgm:prSet presAssocID="{212E38B6-2C58-4168-A9E4-360487A0EE39}" presName="hierChild4" presStyleCnt="0"/>
      <dgm:spPr/>
    </dgm:pt>
    <dgm:pt modelId="{C5B23B65-42AB-6042-B47B-06914DE4A103}" type="pres">
      <dgm:prSet presAssocID="{212E38B6-2C58-4168-A9E4-360487A0EE39}" presName="hierChild5" presStyleCnt="0"/>
      <dgm:spPr/>
    </dgm:pt>
    <dgm:pt modelId="{DAAFC95E-D618-3E45-BB90-FD186D3635D4}" type="pres">
      <dgm:prSet presAssocID="{4ADDC04E-13DC-4C12-A2DD-942907D4855D}" presName="Name64" presStyleLbl="parChTrans1D2" presStyleIdx="1" presStyleCnt="2"/>
      <dgm:spPr/>
    </dgm:pt>
    <dgm:pt modelId="{45ACBC48-2494-3D49-AB7B-D30E1487F336}" type="pres">
      <dgm:prSet presAssocID="{A01E1FAF-49D5-401E-8909-2B2599200F35}" presName="hierRoot2" presStyleCnt="0">
        <dgm:presLayoutVars>
          <dgm:hierBranch val="init"/>
        </dgm:presLayoutVars>
      </dgm:prSet>
      <dgm:spPr/>
    </dgm:pt>
    <dgm:pt modelId="{2B9A1ABF-97BC-8445-A5B4-761FA3A5A07E}" type="pres">
      <dgm:prSet presAssocID="{A01E1FAF-49D5-401E-8909-2B2599200F35}" presName="rootComposite" presStyleCnt="0"/>
      <dgm:spPr/>
    </dgm:pt>
    <dgm:pt modelId="{3647D7EF-09EA-0740-BB16-063A4C0397BF}" type="pres">
      <dgm:prSet presAssocID="{A01E1FAF-49D5-401E-8909-2B2599200F35}" presName="rootText" presStyleLbl="node2" presStyleIdx="1" presStyleCnt="2">
        <dgm:presLayoutVars>
          <dgm:chPref val="3"/>
        </dgm:presLayoutVars>
      </dgm:prSet>
      <dgm:spPr/>
    </dgm:pt>
    <dgm:pt modelId="{2DF8C9B7-3ED5-3444-8195-F37BA0868E43}" type="pres">
      <dgm:prSet presAssocID="{A01E1FAF-49D5-401E-8909-2B2599200F35}" presName="rootConnector" presStyleLbl="node2" presStyleIdx="1" presStyleCnt="2"/>
      <dgm:spPr/>
    </dgm:pt>
    <dgm:pt modelId="{5D17F0FC-8656-9E43-BC0D-467EB36EE356}" type="pres">
      <dgm:prSet presAssocID="{A01E1FAF-49D5-401E-8909-2B2599200F35}" presName="hierChild4" presStyleCnt="0"/>
      <dgm:spPr/>
    </dgm:pt>
    <dgm:pt modelId="{A1E81A7F-836C-474D-9D2E-0AB257176D78}" type="pres">
      <dgm:prSet presAssocID="{A01E1FAF-49D5-401E-8909-2B2599200F35}" presName="hierChild5" presStyleCnt="0"/>
      <dgm:spPr/>
    </dgm:pt>
    <dgm:pt modelId="{37AE06E3-EA8A-7149-B09C-1A4B6E985C67}" type="pres">
      <dgm:prSet presAssocID="{2A2F9838-78C8-4806-B91A-420F15B3D527}" presName="hierChild3" presStyleCnt="0"/>
      <dgm:spPr/>
    </dgm:pt>
    <dgm:pt modelId="{35474E2A-7A3F-4443-A96E-AD301851B369}" type="pres">
      <dgm:prSet presAssocID="{D7CF5CF1-CC9E-45AB-8BDE-8967DD01603E}" presName="hierRoot1" presStyleCnt="0">
        <dgm:presLayoutVars>
          <dgm:hierBranch val="init"/>
        </dgm:presLayoutVars>
      </dgm:prSet>
      <dgm:spPr/>
    </dgm:pt>
    <dgm:pt modelId="{EBECEC78-1893-4048-9645-86EF1EDD21BC}" type="pres">
      <dgm:prSet presAssocID="{D7CF5CF1-CC9E-45AB-8BDE-8967DD01603E}" presName="rootComposite1" presStyleCnt="0"/>
      <dgm:spPr/>
    </dgm:pt>
    <dgm:pt modelId="{7BD05D96-2BA6-2641-A2AF-FCA31CEAC7D1}" type="pres">
      <dgm:prSet presAssocID="{D7CF5CF1-CC9E-45AB-8BDE-8967DD01603E}" presName="rootText1" presStyleLbl="node0" presStyleIdx="1" presStyleCnt="3">
        <dgm:presLayoutVars>
          <dgm:chPref val="3"/>
        </dgm:presLayoutVars>
      </dgm:prSet>
      <dgm:spPr/>
    </dgm:pt>
    <dgm:pt modelId="{EBE3C3B5-051A-5B41-A11E-0A1C77EB9123}" type="pres">
      <dgm:prSet presAssocID="{D7CF5CF1-CC9E-45AB-8BDE-8967DD01603E}" presName="rootConnector1" presStyleLbl="node1" presStyleIdx="0" presStyleCnt="0"/>
      <dgm:spPr/>
    </dgm:pt>
    <dgm:pt modelId="{9A6A3768-86F4-E340-AEA5-83F2195708DB}" type="pres">
      <dgm:prSet presAssocID="{D7CF5CF1-CC9E-45AB-8BDE-8967DD01603E}" presName="hierChild2" presStyleCnt="0"/>
      <dgm:spPr/>
    </dgm:pt>
    <dgm:pt modelId="{7234D6A5-7290-DD46-9C46-D579DD1C12F2}" type="pres">
      <dgm:prSet presAssocID="{D7CF5CF1-CC9E-45AB-8BDE-8967DD01603E}" presName="hierChild3" presStyleCnt="0"/>
      <dgm:spPr/>
    </dgm:pt>
    <dgm:pt modelId="{02D4308A-F952-C143-82CD-D9AF16F48B0A}" type="pres">
      <dgm:prSet presAssocID="{1961308B-7DB0-48B0-8FE0-89DC7D9F8BD1}" presName="hierRoot1" presStyleCnt="0">
        <dgm:presLayoutVars>
          <dgm:hierBranch val="init"/>
        </dgm:presLayoutVars>
      </dgm:prSet>
      <dgm:spPr/>
    </dgm:pt>
    <dgm:pt modelId="{516A94B3-3D3B-0040-883C-25EFA7BC1C3A}" type="pres">
      <dgm:prSet presAssocID="{1961308B-7DB0-48B0-8FE0-89DC7D9F8BD1}" presName="rootComposite1" presStyleCnt="0"/>
      <dgm:spPr/>
    </dgm:pt>
    <dgm:pt modelId="{3C945D1A-7BBB-E64B-948D-70A35922337B}" type="pres">
      <dgm:prSet presAssocID="{1961308B-7DB0-48B0-8FE0-89DC7D9F8BD1}" presName="rootText1" presStyleLbl="node0" presStyleIdx="2" presStyleCnt="3" custScaleX="207447" custScaleY="123124">
        <dgm:presLayoutVars>
          <dgm:chPref val="3"/>
        </dgm:presLayoutVars>
      </dgm:prSet>
      <dgm:spPr/>
    </dgm:pt>
    <dgm:pt modelId="{CDAFA938-A484-044A-92F0-3162D01B61BC}" type="pres">
      <dgm:prSet presAssocID="{1961308B-7DB0-48B0-8FE0-89DC7D9F8BD1}" presName="rootConnector1" presStyleLbl="node1" presStyleIdx="0" presStyleCnt="0"/>
      <dgm:spPr/>
    </dgm:pt>
    <dgm:pt modelId="{0878B02C-76EC-0C42-8D20-D20705BA7E9A}" type="pres">
      <dgm:prSet presAssocID="{1961308B-7DB0-48B0-8FE0-89DC7D9F8BD1}" presName="hierChild2" presStyleCnt="0"/>
      <dgm:spPr/>
    </dgm:pt>
    <dgm:pt modelId="{07BE8241-6DBF-574E-A9C4-032445E47C1A}" type="pres">
      <dgm:prSet presAssocID="{1961308B-7DB0-48B0-8FE0-89DC7D9F8BD1}" presName="hierChild3" presStyleCnt="0"/>
      <dgm:spPr/>
    </dgm:pt>
  </dgm:ptLst>
  <dgm:cxnLst>
    <dgm:cxn modelId="{134BBB03-1E6F-B541-B3B1-373B274A0FC5}" type="presOf" srcId="{D7CF5CF1-CC9E-45AB-8BDE-8967DD01603E}" destId="{7BD05D96-2BA6-2641-A2AF-FCA31CEAC7D1}" srcOrd="0" destOrd="0" presId="urn:microsoft.com/office/officeart/2009/3/layout/HorizontalOrganizationChart"/>
    <dgm:cxn modelId="{CB22910B-E81F-374B-81C2-E9762F6F9C4D}" type="presOf" srcId="{212E38B6-2C58-4168-A9E4-360487A0EE39}" destId="{1A0CBE50-16D1-3E49-B74A-5EBC0ED9DDB9}" srcOrd="0" destOrd="0" presId="urn:microsoft.com/office/officeart/2009/3/layout/HorizontalOrganizationChart"/>
    <dgm:cxn modelId="{0F89151C-7E25-40EF-8262-2C540770D5F3}" srcId="{6AE1B32E-9AB3-4C2A-83C3-AD94E77E21ED}" destId="{2A2F9838-78C8-4806-B91A-420F15B3D527}" srcOrd="0" destOrd="0" parTransId="{8FA8887B-D3D3-4AD5-840F-C841DFC8BC5C}" sibTransId="{D0F9C29E-BBCC-4F3C-8CAF-D0E56CE0AE98}"/>
    <dgm:cxn modelId="{9C8FF82E-4136-460D-A61F-3B384DEAF783}" srcId="{6AE1B32E-9AB3-4C2A-83C3-AD94E77E21ED}" destId="{D7CF5CF1-CC9E-45AB-8BDE-8967DD01603E}" srcOrd="1" destOrd="0" parTransId="{7AED6C79-CE03-4EC7-BD7C-D6CFCC96F584}" sibTransId="{94B9C1CD-C7EC-4BDC-9E26-77A8B297E189}"/>
    <dgm:cxn modelId="{47860A33-C05C-0A46-80D7-82C962539012}" type="presOf" srcId="{212E38B6-2C58-4168-A9E4-360487A0EE39}" destId="{AEA165F8-8138-2947-AEEA-5297FB856BCB}" srcOrd="1" destOrd="0" presId="urn:microsoft.com/office/officeart/2009/3/layout/HorizontalOrganizationChart"/>
    <dgm:cxn modelId="{65543F34-8542-4347-9D3A-D105289800AC}" type="presOf" srcId="{6AE1B32E-9AB3-4C2A-83C3-AD94E77E21ED}" destId="{91FC1829-D0F7-0744-BAD7-B123ACE3C99D}" srcOrd="0" destOrd="0" presId="urn:microsoft.com/office/officeart/2009/3/layout/HorizontalOrganizationChart"/>
    <dgm:cxn modelId="{6568DA4B-E3DC-0448-8E81-BEFC9FC8BA00}" type="presOf" srcId="{4397EDEF-C701-42A3-BAEF-AA3D11E26E32}" destId="{3D49DDAA-DB26-1B45-9E23-7FBE773DB1CD}" srcOrd="0" destOrd="0" presId="urn:microsoft.com/office/officeart/2009/3/layout/HorizontalOrganizationChart"/>
    <dgm:cxn modelId="{4AFBC16E-233C-40FE-8060-A75324123156}" srcId="{2A2F9838-78C8-4806-B91A-420F15B3D527}" destId="{A01E1FAF-49D5-401E-8909-2B2599200F35}" srcOrd="1" destOrd="0" parTransId="{4ADDC04E-13DC-4C12-A2DD-942907D4855D}" sibTransId="{6F0F14DE-4074-4519-9B21-DD46C5570C71}"/>
    <dgm:cxn modelId="{62B19770-884A-6C41-8E4B-F5BCCA4F6AF9}" type="presOf" srcId="{A01E1FAF-49D5-401E-8909-2B2599200F35}" destId="{3647D7EF-09EA-0740-BB16-063A4C0397BF}" srcOrd="0" destOrd="0" presId="urn:microsoft.com/office/officeart/2009/3/layout/HorizontalOrganizationChart"/>
    <dgm:cxn modelId="{8D683990-ABE7-234A-85CB-0BCDC4049731}" type="presOf" srcId="{D7CF5CF1-CC9E-45AB-8BDE-8967DD01603E}" destId="{EBE3C3B5-051A-5B41-A11E-0A1C77EB9123}" srcOrd="1" destOrd="0" presId="urn:microsoft.com/office/officeart/2009/3/layout/HorizontalOrganizationChart"/>
    <dgm:cxn modelId="{A26EB693-24E7-8F48-B54B-6222FDFBEF38}" type="presOf" srcId="{1961308B-7DB0-48B0-8FE0-89DC7D9F8BD1}" destId="{CDAFA938-A484-044A-92F0-3162D01B61BC}" srcOrd="1" destOrd="0" presId="urn:microsoft.com/office/officeart/2009/3/layout/HorizontalOrganizationChart"/>
    <dgm:cxn modelId="{42A0629C-DF07-404C-9495-ECD322336BF5}" type="presOf" srcId="{2A2F9838-78C8-4806-B91A-420F15B3D527}" destId="{FD83CFB4-A53C-E545-A76C-60C4E1BC6691}" srcOrd="0" destOrd="0" presId="urn:microsoft.com/office/officeart/2009/3/layout/HorizontalOrganizationChart"/>
    <dgm:cxn modelId="{EBBE359D-E37D-734B-9B86-35C7EADD566E}" type="presOf" srcId="{A01E1FAF-49D5-401E-8909-2B2599200F35}" destId="{2DF8C9B7-3ED5-3444-8195-F37BA0868E43}" srcOrd="1" destOrd="0" presId="urn:microsoft.com/office/officeart/2009/3/layout/HorizontalOrganizationChart"/>
    <dgm:cxn modelId="{F54F89A1-914C-4155-8619-312C0D574C6F}" srcId="{6AE1B32E-9AB3-4C2A-83C3-AD94E77E21ED}" destId="{1961308B-7DB0-48B0-8FE0-89DC7D9F8BD1}" srcOrd="2" destOrd="0" parTransId="{01426000-D8D5-483A-87C0-3B05D8F8538A}" sibTransId="{E3E2EA92-DF88-4BF5-8FC9-616E33C6AB51}"/>
    <dgm:cxn modelId="{6FA846C5-6BD9-104C-82F4-1D53364CBA85}" type="presOf" srcId="{4ADDC04E-13DC-4C12-A2DD-942907D4855D}" destId="{DAAFC95E-D618-3E45-BB90-FD186D3635D4}" srcOrd="0" destOrd="0" presId="urn:microsoft.com/office/officeart/2009/3/layout/HorizontalOrganizationChart"/>
    <dgm:cxn modelId="{ED7115C7-D088-4169-B761-9F17857E1729}" srcId="{2A2F9838-78C8-4806-B91A-420F15B3D527}" destId="{212E38B6-2C58-4168-A9E4-360487A0EE39}" srcOrd="0" destOrd="0" parTransId="{4397EDEF-C701-42A3-BAEF-AA3D11E26E32}" sibTransId="{A35391A2-1B29-4D44-AFE7-317FEDC6FEAB}"/>
    <dgm:cxn modelId="{2D4C11D8-4919-8B4D-8F10-44DCB164266D}" type="presOf" srcId="{1961308B-7DB0-48B0-8FE0-89DC7D9F8BD1}" destId="{3C945D1A-7BBB-E64B-948D-70A35922337B}" srcOrd="0" destOrd="0" presId="urn:microsoft.com/office/officeart/2009/3/layout/HorizontalOrganizationChart"/>
    <dgm:cxn modelId="{7C8917E0-9EFB-704D-842D-6A9DCB39BB43}" type="presOf" srcId="{2A2F9838-78C8-4806-B91A-420F15B3D527}" destId="{51A8561D-DF8C-F643-9185-1242C81A5FF0}" srcOrd="1" destOrd="0" presId="urn:microsoft.com/office/officeart/2009/3/layout/HorizontalOrganizationChart"/>
    <dgm:cxn modelId="{7CE181D2-ED25-0246-841D-66AE5B1639C2}" type="presParOf" srcId="{91FC1829-D0F7-0744-BAD7-B123ACE3C99D}" destId="{1A031A6F-AD94-0E41-93FC-E02A55207699}" srcOrd="0" destOrd="0" presId="urn:microsoft.com/office/officeart/2009/3/layout/HorizontalOrganizationChart"/>
    <dgm:cxn modelId="{1C1B2A66-9355-B545-9845-71F941EC3918}" type="presParOf" srcId="{1A031A6F-AD94-0E41-93FC-E02A55207699}" destId="{B38538A3-D618-6446-AB3B-3F15C6D23ACC}" srcOrd="0" destOrd="0" presId="urn:microsoft.com/office/officeart/2009/3/layout/HorizontalOrganizationChart"/>
    <dgm:cxn modelId="{FEBAB991-5D09-844D-8419-E5209A1123A4}" type="presParOf" srcId="{B38538A3-D618-6446-AB3B-3F15C6D23ACC}" destId="{FD83CFB4-A53C-E545-A76C-60C4E1BC6691}" srcOrd="0" destOrd="0" presId="urn:microsoft.com/office/officeart/2009/3/layout/HorizontalOrganizationChart"/>
    <dgm:cxn modelId="{3FDBE84A-32A1-FF43-A89E-BE413BF7AEDE}" type="presParOf" srcId="{B38538A3-D618-6446-AB3B-3F15C6D23ACC}" destId="{51A8561D-DF8C-F643-9185-1242C81A5FF0}" srcOrd="1" destOrd="0" presId="urn:microsoft.com/office/officeart/2009/3/layout/HorizontalOrganizationChart"/>
    <dgm:cxn modelId="{C1DD6A23-FEEF-C641-868A-AB37959DFBEA}" type="presParOf" srcId="{1A031A6F-AD94-0E41-93FC-E02A55207699}" destId="{0519E99B-38BE-9740-9E5B-5DAB85D38D24}" srcOrd="1" destOrd="0" presId="urn:microsoft.com/office/officeart/2009/3/layout/HorizontalOrganizationChart"/>
    <dgm:cxn modelId="{60701864-93F1-0D4D-A5F6-5107F8010DC7}" type="presParOf" srcId="{0519E99B-38BE-9740-9E5B-5DAB85D38D24}" destId="{3D49DDAA-DB26-1B45-9E23-7FBE773DB1CD}" srcOrd="0" destOrd="0" presId="urn:microsoft.com/office/officeart/2009/3/layout/HorizontalOrganizationChart"/>
    <dgm:cxn modelId="{090409CE-8004-7740-AAF9-A8A2F3880506}" type="presParOf" srcId="{0519E99B-38BE-9740-9E5B-5DAB85D38D24}" destId="{8228C798-3F71-EF48-A43A-6FEE7C324F3D}" srcOrd="1" destOrd="0" presId="urn:microsoft.com/office/officeart/2009/3/layout/HorizontalOrganizationChart"/>
    <dgm:cxn modelId="{7821677D-3701-C045-8A1B-841770B98543}" type="presParOf" srcId="{8228C798-3F71-EF48-A43A-6FEE7C324F3D}" destId="{03B16D4D-FFBE-F143-AAEC-42772B0ADB65}" srcOrd="0" destOrd="0" presId="urn:microsoft.com/office/officeart/2009/3/layout/HorizontalOrganizationChart"/>
    <dgm:cxn modelId="{68BA4EEA-5203-FB4C-875D-50E38F1846B6}" type="presParOf" srcId="{03B16D4D-FFBE-F143-AAEC-42772B0ADB65}" destId="{1A0CBE50-16D1-3E49-B74A-5EBC0ED9DDB9}" srcOrd="0" destOrd="0" presId="urn:microsoft.com/office/officeart/2009/3/layout/HorizontalOrganizationChart"/>
    <dgm:cxn modelId="{97897EAB-9F2A-4244-A76F-BED21D83B320}" type="presParOf" srcId="{03B16D4D-FFBE-F143-AAEC-42772B0ADB65}" destId="{AEA165F8-8138-2947-AEEA-5297FB856BCB}" srcOrd="1" destOrd="0" presId="urn:microsoft.com/office/officeart/2009/3/layout/HorizontalOrganizationChart"/>
    <dgm:cxn modelId="{CBFF4E58-70CA-4244-8C34-7CCF6BDA06CC}" type="presParOf" srcId="{8228C798-3F71-EF48-A43A-6FEE7C324F3D}" destId="{14680D5B-9510-5A4E-A02A-3B80307F2328}" srcOrd="1" destOrd="0" presId="urn:microsoft.com/office/officeart/2009/3/layout/HorizontalOrganizationChart"/>
    <dgm:cxn modelId="{CEFA0372-3BFC-194F-AE1D-EF310FCD41FF}" type="presParOf" srcId="{8228C798-3F71-EF48-A43A-6FEE7C324F3D}" destId="{C5B23B65-42AB-6042-B47B-06914DE4A103}" srcOrd="2" destOrd="0" presId="urn:microsoft.com/office/officeart/2009/3/layout/HorizontalOrganizationChart"/>
    <dgm:cxn modelId="{CF07673E-3F3F-5149-BB64-F9B938FA13DE}" type="presParOf" srcId="{0519E99B-38BE-9740-9E5B-5DAB85D38D24}" destId="{DAAFC95E-D618-3E45-BB90-FD186D3635D4}" srcOrd="2" destOrd="0" presId="urn:microsoft.com/office/officeart/2009/3/layout/HorizontalOrganizationChart"/>
    <dgm:cxn modelId="{48C6E4BC-6B46-6C45-A6DD-600CDBDD3B7E}" type="presParOf" srcId="{0519E99B-38BE-9740-9E5B-5DAB85D38D24}" destId="{45ACBC48-2494-3D49-AB7B-D30E1487F336}" srcOrd="3" destOrd="0" presId="urn:microsoft.com/office/officeart/2009/3/layout/HorizontalOrganizationChart"/>
    <dgm:cxn modelId="{58513B7C-A99B-B440-B3B6-24F1900770E6}" type="presParOf" srcId="{45ACBC48-2494-3D49-AB7B-D30E1487F336}" destId="{2B9A1ABF-97BC-8445-A5B4-761FA3A5A07E}" srcOrd="0" destOrd="0" presId="urn:microsoft.com/office/officeart/2009/3/layout/HorizontalOrganizationChart"/>
    <dgm:cxn modelId="{A47154C3-35A5-0B41-983E-D5FD0226DA9B}" type="presParOf" srcId="{2B9A1ABF-97BC-8445-A5B4-761FA3A5A07E}" destId="{3647D7EF-09EA-0740-BB16-063A4C0397BF}" srcOrd="0" destOrd="0" presId="urn:microsoft.com/office/officeart/2009/3/layout/HorizontalOrganizationChart"/>
    <dgm:cxn modelId="{2426ACF1-CCE0-9440-9F0D-47969378CDD4}" type="presParOf" srcId="{2B9A1ABF-97BC-8445-A5B4-761FA3A5A07E}" destId="{2DF8C9B7-3ED5-3444-8195-F37BA0868E43}" srcOrd="1" destOrd="0" presId="urn:microsoft.com/office/officeart/2009/3/layout/HorizontalOrganizationChart"/>
    <dgm:cxn modelId="{FFE4962A-666E-8C47-A95A-7D2BACAE0BC1}" type="presParOf" srcId="{45ACBC48-2494-3D49-AB7B-D30E1487F336}" destId="{5D17F0FC-8656-9E43-BC0D-467EB36EE356}" srcOrd="1" destOrd="0" presId="urn:microsoft.com/office/officeart/2009/3/layout/HorizontalOrganizationChart"/>
    <dgm:cxn modelId="{10F8A0CE-8DBD-454F-BB1F-0D81E6407718}" type="presParOf" srcId="{45ACBC48-2494-3D49-AB7B-D30E1487F336}" destId="{A1E81A7F-836C-474D-9D2E-0AB257176D78}" srcOrd="2" destOrd="0" presId="urn:microsoft.com/office/officeart/2009/3/layout/HorizontalOrganizationChart"/>
    <dgm:cxn modelId="{4217F510-7338-974A-A75A-3D4C9885FC1E}" type="presParOf" srcId="{1A031A6F-AD94-0E41-93FC-E02A55207699}" destId="{37AE06E3-EA8A-7149-B09C-1A4B6E985C67}" srcOrd="2" destOrd="0" presId="urn:microsoft.com/office/officeart/2009/3/layout/HorizontalOrganizationChart"/>
    <dgm:cxn modelId="{102E3DCA-76C5-8B43-A90D-B9D86A2617AB}" type="presParOf" srcId="{91FC1829-D0F7-0744-BAD7-B123ACE3C99D}" destId="{35474E2A-7A3F-4443-A96E-AD301851B369}" srcOrd="1" destOrd="0" presId="urn:microsoft.com/office/officeart/2009/3/layout/HorizontalOrganizationChart"/>
    <dgm:cxn modelId="{D1576602-8EAC-5F47-8C27-E07A7C97352E}" type="presParOf" srcId="{35474E2A-7A3F-4443-A96E-AD301851B369}" destId="{EBECEC78-1893-4048-9645-86EF1EDD21BC}" srcOrd="0" destOrd="0" presId="urn:microsoft.com/office/officeart/2009/3/layout/HorizontalOrganizationChart"/>
    <dgm:cxn modelId="{C4C17B23-0621-9F44-B52A-AF022DA3362B}" type="presParOf" srcId="{EBECEC78-1893-4048-9645-86EF1EDD21BC}" destId="{7BD05D96-2BA6-2641-A2AF-FCA31CEAC7D1}" srcOrd="0" destOrd="0" presId="urn:microsoft.com/office/officeart/2009/3/layout/HorizontalOrganizationChart"/>
    <dgm:cxn modelId="{EB0E7ADC-E360-6943-895A-8C24F1EFF6D1}" type="presParOf" srcId="{EBECEC78-1893-4048-9645-86EF1EDD21BC}" destId="{EBE3C3B5-051A-5B41-A11E-0A1C77EB9123}" srcOrd="1" destOrd="0" presId="urn:microsoft.com/office/officeart/2009/3/layout/HorizontalOrganizationChart"/>
    <dgm:cxn modelId="{AE1EE111-698A-2D4F-98CE-1F8503274481}" type="presParOf" srcId="{35474E2A-7A3F-4443-A96E-AD301851B369}" destId="{9A6A3768-86F4-E340-AEA5-83F2195708DB}" srcOrd="1" destOrd="0" presId="urn:microsoft.com/office/officeart/2009/3/layout/HorizontalOrganizationChart"/>
    <dgm:cxn modelId="{20F45DA7-5ABE-2447-BBD0-1797A8CA2E92}" type="presParOf" srcId="{35474E2A-7A3F-4443-A96E-AD301851B369}" destId="{7234D6A5-7290-DD46-9C46-D579DD1C12F2}" srcOrd="2" destOrd="0" presId="urn:microsoft.com/office/officeart/2009/3/layout/HorizontalOrganizationChart"/>
    <dgm:cxn modelId="{280FDA74-3E23-A044-B908-AB40964F298B}" type="presParOf" srcId="{91FC1829-D0F7-0744-BAD7-B123ACE3C99D}" destId="{02D4308A-F952-C143-82CD-D9AF16F48B0A}" srcOrd="2" destOrd="0" presId="urn:microsoft.com/office/officeart/2009/3/layout/HorizontalOrganizationChart"/>
    <dgm:cxn modelId="{0BAA6E43-ECB6-3E4E-B607-D8D6F8F72AB8}" type="presParOf" srcId="{02D4308A-F952-C143-82CD-D9AF16F48B0A}" destId="{516A94B3-3D3B-0040-883C-25EFA7BC1C3A}" srcOrd="0" destOrd="0" presId="urn:microsoft.com/office/officeart/2009/3/layout/HorizontalOrganizationChart"/>
    <dgm:cxn modelId="{9BEC2B44-F31B-1F42-AEB4-B8DB0642967A}" type="presParOf" srcId="{516A94B3-3D3B-0040-883C-25EFA7BC1C3A}" destId="{3C945D1A-7BBB-E64B-948D-70A35922337B}" srcOrd="0" destOrd="0" presId="urn:microsoft.com/office/officeart/2009/3/layout/HorizontalOrganizationChart"/>
    <dgm:cxn modelId="{D63A2D63-EE5A-5B4B-9C1C-51DB11C50AD2}" type="presParOf" srcId="{516A94B3-3D3B-0040-883C-25EFA7BC1C3A}" destId="{CDAFA938-A484-044A-92F0-3162D01B61BC}" srcOrd="1" destOrd="0" presId="urn:microsoft.com/office/officeart/2009/3/layout/HorizontalOrganizationChart"/>
    <dgm:cxn modelId="{49ADBAB7-827F-984B-AADF-E58EDEF4E7F6}" type="presParOf" srcId="{02D4308A-F952-C143-82CD-D9AF16F48B0A}" destId="{0878B02C-76EC-0C42-8D20-D20705BA7E9A}" srcOrd="1" destOrd="0" presId="urn:microsoft.com/office/officeart/2009/3/layout/HorizontalOrganizationChart"/>
    <dgm:cxn modelId="{E746F750-80BF-D041-9286-85934A2780C5}" type="presParOf" srcId="{02D4308A-F952-C143-82CD-D9AF16F48B0A}" destId="{07BE8241-6DBF-574E-A9C4-032445E47C1A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AE1B32E-9AB3-4C2A-83C3-AD94E77E21ED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A2F9838-78C8-4806-B91A-420F15B3D527}">
      <dgm:prSet/>
      <dgm:spPr/>
      <dgm:t>
        <a:bodyPr/>
        <a:lstStyle/>
        <a:p>
          <a:r>
            <a:rPr lang="en-US" b="1"/>
            <a:t>Means:</a:t>
          </a:r>
          <a:endParaRPr lang="en-US"/>
        </a:p>
      </dgm:t>
    </dgm:pt>
    <dgm:pt modelId="{8FA8887B-D3D3-4AD5-840F-C841DFC8BC5C}" type="parTrans" cxnId="{0F89151C-7E25-40EF-8262-2C540770D5F3}">
      <dgm:prSet/>
      <dgm:spPr/>
      <dgm:t>
        <a:bodyPr/>
        <a:lstStyle/>
        <a:p>
          <a:endParaRPr lang="en-US"/>
        </a:p>
      </dgm:t>
    </dgm:pt>
    <dgm:pt modelId="{D0F9C29E-BBCC-4F3C-8CAF-D0E56CE0AE98}" type="sibTrans" cxnId="{0F89151C-7E25-40EF-8262-2C540770D5F3}">
      <dgm:prSet/>
      <dgm:spPr/>
      <dgm:t>
        <a:bodyPr/>
        <a:lstStyle/>
        <a:p>
          <a:endParaRPr lang="en-US"/>
        </a:p>
      </dgm:t>
    </dgm:pt>
    <dgm:pt modelId="{212E38B6-2C58-4168-A9E4-360487A0EE39}">
      <dgm:prSet custT="1"/>
      <dgm:spPr/>
      <dgm:t>
        <a:bodyPr/>
        <a:lstStyle/>
        <a:p>
          <a:r>
            <a:rPr lang="en-US" sz="2800" dirty="0"/>
            <a:t>Agency = 68.79</a:t>
          </a:r>
        </a:p>
      </dgm:t>
    </dgm:pt>
    <dgm:pt modelId="{4397EDEF-C701-42A3-BAEF-AA3D11E26E32}" type="parTrans" cxnId="{ED7115C7-D088-4169-B761-9F17857E1729}">
      <dgm:prSet/>
      <dgm:spPr/>
      <dgm:t>
        <a:bodyPr/>
        <a:lstStyle/>
        <a:p>
          <a:endParaRPr lang="en-US"/>
        </a:p>
      </dgm:t>
    </dgm:pt>
    <dgm:pt modelId="{A35391A2-1B29-4D44-AFE7-317FEDC6FEAB}" type="sibTrans" cxnId="{ED7115C7-D088-4169-B761-9F17857E1729}">
      <dgm:prSet/>
      <dgm:spPr/>
      <dgm:t>
        <a:bodyPr/>
        <a:lstStyle/>
        <a:p>
          <a:endParaRPr lang="en-US"/>
        </a:p>
      </dgm:t>
    </dgm:pt>
    <dgm:pt modelId="{A01E1FAF-49D5-401E-8909-2B2599200F35}">
      <dgm:prSet custT="1"/>
      <dgm:spPr/>
      <dgm:t>
        <a:bodyPr/>
        <a:lstStyle/>
        <a:p>
          <a:r>
            <a:rPr lang="en-US" sz="3200" dirty="0"/>
            <a:t>Hotel = 49.66</a:t>
          </a:r>
        </a:p>
      </dgm:t>
    </dgm:pt>
    <dgm:pt modelId="{4ADDC04E-13DC-4C12-A2DD-942907D4855D}" type="parTrans" cxnId="{4AFBC16E-233C-40FE-8060-A75324123156}">
      <dgm:prSet/>
      <dgm:spPr/>
      <dgm:t>
        <a:bodyPr/>
        <a:lstStyle/>
        <a:p>
          <a:endParaRPr lang="en-US"/>
        </a:p>
      </dgm:t>
    </dgm:pt>
    <dgm:pt modelId="{6F0F14DE-4074-4519-9B21-DD46C5570C71}" type="sibTrans" cxnId="{4AFBC16E-233C-40FE-8060-A75324123156}">
      <dgm:prSet/>
      <dgm:spPr/>
      <dgm:t>
        <a:bodyPr/>
        <a:lstStyle/>
        <a:p>
          <a:endParaRPr lang="en-US"/>
        </a:p>
      </dgm:t>
    </dgm:pt>
    <dgm:pt modelId="{D7CF5CF1-CC9E-45AB-8BDE-8967DD01603E}">
      <dgm:prSet/>
      <dgm:spPr/>
      <dgm:t>
        <a:bodyPr/>
        <a:lstStyle/>
        <a:p>
          <a:r>
            <a:rPr lang="en-US" b="1" dirty="0"/>
            <a:t>p &lt; .001</a:t>
          </a:r>
          <a:endParaRPr lang="en-US" dirty="0"/>
        </a:p>
      </dgm:t>
    </dgm:pt>
    <dgm:pt modelId="{7AED6C79-CE03-4EC7-BD7C-D6CFCC96F584}" type="parTrans" cxnId="{9C8FF82E-4136-460D-A61F-3B384DEAF783}">
      <dgm:prSet/>
      <dgm:spPr/>
      <dgm:t>
        <a:bodyPr/>
        <a:lstStyle/>
        <a:p>
          <a:endParaRPr lang="en-US"/>
        </a:p>
      </dgm:t>
    </dgm:pt>
    <dgm:pt modelId="{94B9C1CD-C7EC-4BDC-9E26-77A8B297E189}" type="sibTrans" cxnId="{9C8FF82E-4136-460D-A61F-3B384DEAF783}">
      <dgm:prSet/>
      <dgm:spPr/>
      <dgm:t>
        <a:bodyPr/>
        <a:lstStyle/>
        <a:p>
          <a:endParaRPr lang="en-US"/>
        </a:p>
      </dgm:t>
    </dgm:pt>
    <dgm:pt modelId="{1961308B-7DB0-48B0-8FE0-89DC7D9F8BD1}">
      <dgm:prSet/>
      <dgm:spPr/>
      <dgm:t>
        <a:bodyPr/>
        <a:lstStyle/>
        <a:p>
          <a:r>
            <a:rPr lang="en-US" dirty="0"/>
            <a:t>➤ Statistically significant, </a:t>
          </a:r>
          <a:r>
            <a:rPr lang="en-US" b="1" dirty="0"/>
            <a:t>important difference</a:t>
          </a:r>
        </a:p>
      </dgm:t>
    </dgm:pt>
    <dgm:pt modelId="{01426000-D8D5-483A-87C0-3B05D8F8538A}" type="parTrans" cxnId="{F54F89A1-914C-4155-8619-312C0D574C6F}">
      <dgm:prSet/>
      <dgm:spPr/>
      <dgm:t>
        <a:bodyPr/>
        <a:lstStyle/>
        <a:p>
          <a:endParaRPr lang="en-US"/>
        </a:p>
      </dgm:t>
    </dgm:pt>
    <dgm:pt modelId="{E3E2EA92-DF88-4BF5-8FC9-616E33C6AB51}" type="sibTrans" cxnId="{F54F89A1-914C-4155-8619-312C0D574C6F}">
      <dgm:prSet/>
      <dgm:spPr/>
      <dgm:t>
        <a:bodyPr/>
        <a:lstStyle/>
        <a:p>
          <a:endParaRPr lang="en-US"/>
        </a:p>
      </dgm:t>
    </dgm:pt>
    <dgm:pt modelId="{91FC1829-D0F7-0744-BAD7-B123ACE3C99D}" type="pres">
      <dgm:prSet presAssocID="{6AE1B32E-9AB3-4C2A-83C3-AD94E77E21E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A031A6F-AD94-0E41-93FC-E02A55207699}" type="pres">
      <dgm:prSet presAssocID="{2A2F9838-78C8-4806-B91A-420F15B3D527}" presName="hierRoot1" presStyleCnt="0">
        <dgm:presLayoutVars>
          <dgm:hierBranch val="init"/>
        </dgm:presLayoutVars>
      </dgm:prSet>
      <dgm:spPr/>
    </dgm:pt>
    <dgm:pt modelId="{B38538A3-D618-6446-AB3B-3F15C6D23ACC}" type="pres">
      <dgm:prSet presAssocID="{2A2F9838-78C8-4806-B91A-420F15B3D527}" presName="rootComposite1" presStyleCnt="0"/>
      <dgm:spPr/>
    </dgm:pt>
    <dgm:pt modelId="{FD83CFB4-A53C-E545-A76C-60C4E1BC6691}" type="pres">
      <dgm:prSet presAssocID="{2A2F9838-78C8-4806-B91A-420F15B3D527}" presName="rootText1" presStyleLbl="node0" presStyleIdx="0" presStyleCnt="3">
        <dgm:presLayoutVars>
          <dgm:chPref val="3"/>
        </dgm:presLayoutVars>
      </dgm:prSet>
      <dgm:spPr/>
    </dgm:pt>
    <dgm:pt modelId="{51A8561D-DF8C-F643-9185-1242C81A5FF0}" type="pres">
      <dgm:prSet presAssocID="{2A2F9838-78C8-4806-B91A-420F15B3D527}" presName="rootConnector1" presStyleLbl="node1" presStyleIdx="0" presStyleCnt="0"/>
      <dgm:spPr/>
    </dgm:pt>
    <dgm:pt modelId="{0519E99B-38BE-9740-9E5B-5DAB85D38D24}" type="pres">
      <dgm:prSet presAssocID="{2A2F9838-78C8-4806-B91A-420F15B3D527}" presName="hierChild2" presStyleCnt="0"/>
      <dgm:spPr/>
    </dgm:pt>
    <dgm:pt modelId="{3D49DDAA-DB26-1B45-9E23-7FBE773DB1CD}" type="pres">
      <dgm:prSet presAssocID="{4397EDEF-C701-42A3-BAEF-AA3D11E26E32}" presName="Name64" presStyleLbl="parChTrans1D2" presStyleIdx="0" presStyleCnt="2"/>
      <dgm:spPr/>
    </dgm:pt>
    <dgm:pt modelId="{8228C798-3F71-EF48-A43A-6FEE7C324F3D}" type="pres">
      <dgm:prSet presAssocID="{212E38B6-2C58-4168-A9E4-360487A0EE39}" presName="hierRoot2" presStyleCnt="0">
        <dgm:presLayoutVars>
          <dgm:hierBranch val="init"/>
        </dgm:presLayoutVars>
      </dgm:prSet>
      <dgm:spPr/>
    </dgm:pt>
    <dgm:pt modelId="{03B16D4D-FFBE-F143-AAEC-42772B0ADB65}" type="pres">
      <dgm:prSet presAssocID="{212E38B6-2C58-4168-A9E4-360487A0EE39}" presName="rootComposite" presStyleCnt="0"/>
      <dgm:spPr/>
    </dgm:pt>
    <dgm:pt modelId="{1A0CBE50-16D1-3E49-B74A-5EBC0ED9DDB9}" type="pres">
      <dgm:prSet presAssocID="{212E38B6-2C58-4168-A9E4-360487A0EE39}" presName="rootText" presStyleLbl="node2" presStyleIdx="0" presStyleCnt="2">
        <dgm:presLayoutVars>
          <dgm:chPref val="3"/>
        </dgm:presLayoutVars>
      </dgm:prSet>
      <dgm:spPr/>
    </dgm:pt>
    <dgm:pt modelId="{AEA165F8-8138-2947-AEEA-5297FB856BCB}" type="pres">
      <dgm:prSet presAssocID="{212E38B6-2C58-4168-A9E4-360487A0EE39}" presName="rootConnector" presStyleLbl="node2" presStyleIdx="0" presStyleCnt="2"/>
      <dgm:spPr/>
    </dgm:pt>
    <dgm:pt modelId="{14680D5B-9510-5A4E-A02A-3B80307F2328}" type="pres">
      <dgm:prSet presAssocID="{212E38B6-2C58-4168-A9E4-360487A0EE39}" presName="hierChild4" presStyleCnt="0"/>
      <dgm:spPr/>
    </dgm:pt>
    <dgm:pt modelId="{C5B23B65-42AB-6042-B47B-06914DE4A103}" type="pres">
      <dgm:prSet presAssocID="{212E38B6-2C58-4168-A9E4-360487A0EE39}" presName="hierChild5" presStyleCnt="0"/>
      <dgm:spPr/>
    </dgm:pt>
    <dgm:pt modelId="{DAAFC95E-D618-3E45-BB90-FD186D3635D4}" type="pres">
      <dgm:prSet presAssocID="{4ADDC04E-13DC-4C12-A2DD-942907D4855D}" presName="Name64" presStyleLbl="parChTrans1D2" presStyleIdx="1" presStyleCnt="2"/>
      <dgm:spPr/>
    </dgm:pt>
    <dgm:pt modelId="{45ACBC48-2494-3D49-AB7B-D30E1487F336}" type="pres">
      <dgm:prSet presAssocID="{A01E1FAF-49D5-401E-8909-2B2599200F35}" presName="hierRoot2" presStyleCnt="0">
        <dgm:presLayoutVars>
          <dgm:hierBranch val="init"/>
        </dgm:presLayoutVars>
      </dgm:prSet>
      <dgm:spPr/>
    </dgm:pt>
    <dgm:pt modelId="{2B9A1ABF-97BC-8445-A5B4-761FA3A5A07E}" type="pres">
      <dgm:prSet presAssocID="{A01E1FAF-49D5-401E-8909-2B2599200F35}" presName="rootComposite" presStyleCnt="0"/>
      <dgm:spPr/>
    </dgm:pt>
    <dgm:pt modelId="{3647D7EF-09EA-0740-BB16-063A4C0397BF}" type="pres">
      <dgm:prSet presAssocID="{A01E1FAF-49D5-401E-8909-2B2599200F35}" presName="rootText" presStyleLbl="node2" presStyleIdx="1" presStyleCnt="2">
        <dgm:presLayoutVars>
          <dgm:chPref val="3"/>
        </dgm:presLayoutVars>
      </dgm:prSet>
      <dgm:spPr/>
    </dgm:pt>
    <dgm:pt modelId="{2DF8C9B7-3ED5-3444-8195-F37BA0868E43}" type="pres">
      <dgm:prSet presAssocID="{A01E1FAF-49D5-401E-8909-2B2599200F35}" presName="rootConnector" presStyleLbl="node2" presStyleIdx="1" presStyleCnt="2"/>
      <dgm:spPr/>
    </dgm:pt>
    <dgm:pt modelId="{5D17F0FC-8656-9E43-BC0D-467EB36EE356}" type="pres">
      <dgm:prSet presAssocID="{A01E1FAF-49D5-401E-8909-2B2599200F35}" presName="hierChild4" presStyleCnt="0"/>
      <dgm:spPr/>
    </dgm:pt>
    <dgm:pt modelId="{A1E81A7F-836C-474D-9D2E-0AB257176D78}" type="pres">
      <dgm:prSet presAssocID="{A01E1FAF-49D5-401E-8909-2B2599200F35}" presName="hierChild5" presStyleCnt="0"/>
      <dgm:spPr/>
    </dgm:pt>
    <dgm:pt modelId="{37AE06E3-EA8A-7149-B09C-1A4B6E985C67}" type="pres">
      <dgm:prSet presAssocID="{2A2F9838-78C8-4806-B91A-420F15B3D527}" presName="hierChild3" presStyleCnt="0"/>
      <dgm:spPr/>
    </dgm:pt>
    <dgm:pt modelId="{35474E2A-7A3F-4443-A96E-AD301851B369}" type="pres">
      <dgm:prSet presAssocID="{D7CF5CF1-CC9E-45AB-8BDE-8967DD01603E}" presName="hierRoot1" presStyleCnt="0">
        <dgm:presLayoutVars>
          <dgm:hierBranch val="init"/>
        </dgm:presLayoutVars>
      </dgm:prSet>
      <dgm:spPr/>
    </dgm:pt>
    <dgm:pt modelId="{EBECEC78-1893-4048-9645-86EF1EDD21BC}" type="pres">
      <dgm:prSet presAssocID="{D7CF5CF1-CC9E-45AB-8BDE-8967DD01603E}" presName="rootComposite1" presStyleCnt="0"/>
      <dgm:spPr/>
    </dgm:pt>
    <dgm:pt modelId="{7BD05D96-2BA6-2641-A2AF-FCA31CEAC7D1}" type="pres">
      <dgm:prSet presAssocID="{D7CF5CF1-CC9E-45AB-8BDE-8967DD01603E}" presName="rootText1" presStyleLbl="node0" presStyleIdx="1" presStyleCnt="3">
        <dgm:presLayoutVars>
          <dgm:chPref val="3"/>
        </dgm:presLayoutVars>
      </dgm:prSet>
      <dgm:spPr/>
    </dgm:pt>
    <dgm:pt modelId="{EBE3C3B5-051A-5B41-A11E-0A1C77EB9123}" type="pres">
      <dgm:prSet presAssocID="{D7CF5CF1-CC9E-45AB-8BDE-8967DD01603E}" presName="rootConnector1" presStyleLbl="node1" presStyleIdx="0" presStyleCnt="0"/>
      <dgm:spPr/>
    </dgm:pt>
    <dgm:pt modelId="{9A6A3768-86F4-E340-AEA5-83F2195708DB}" type="pres">
      <dgm:prSet presAssocID="{D7CF5CF1-CC9E-45AB-8BDE-8967DD01603E}" presName="hierChild2" presStyleCnt="0"/>
      <dgm:spPr/>
    </dgm:pt>
    <dgm:pt modelId="{7234D6A5-7290-DD46-9C46-D579DD1C12F2}" type="pres">
      <dgm:prSet presAssocID="{D7CF5CF1-CC9E-45AB-8BDE-8967DD01603E}" presName="hierChild3" presStyleCnt="0"/>
      <dgm:spPr/>
    </dgm:pt>
    <dgm:pt modelId="{02D4308A-F952-C143-82CD-D9AF16F48B0A}" type="pres">
      <dgm:prSet presAssocID="{1961308B-7DB0-48B0-8FE0-89DC7D9F8BD1}" presName="hierRoot1" presStyleCnt="0">
        <dgm:presLayoutVars>
          <dgm:hierBranch val="init"/>
        </dgm:presLayoutVars>
      </dgm:prSet>
      <dgm:spPr/>
    </dgm:pt>
    <dgm:pt modelId="{516A94B3-3D3B-0040-883C-25EFA7BC1C3A}" type="pres">
      <dgm:prSet presAssocID="{1961308B-7DB0-48B0-8FE0-89DC7D9F8BD1}" presName="rootComposite1" presStyleCnt="0"/>
      <dgm:spPr/>
    </dgm:pt>
    <dgm:pt modelId="{3C945D1A-7BBB-E64B-948D-70A35922337B}" type="pres">
      <dgm:prSet presAssocID="{1961308B-7DB0-48B0-8FE0-89DC7D9F8BD1}" presName="rootText1" presStyleLbl="node0" presStyleIdx="2" presStyleCnt="3" custScaleX="207447" custScaleY="123124">
        <dgm:presLayoutVars>
          <dgm:chPref val="3"/>
        </dgm:presLayoutVars>
      </dgm:prSet>
      <dgm:spPr/>
    </dgm:pt>
    <dgm:pt modelId="{CDAFA938-A484-044A-92F0-3162D01B61BC}" type="pres">
      <dgm:prSet presAssocID="{1961308B-7DB0-48B0-8FE0-89DC7D9F8BD1}" presName="rootConnector1" presStyleLbl="node1" presStyleIdx="0" presStyleCnt="0"/>
      <dgm:spPr/>
    </dgm:pt>
    <dgm:pt modelId="{0878B02C-76EC-0C42-8D20-D20705BA7E9A}" type="pres">
      <dgm:prSet presAssocID="{1961308B-7DB0-48B0-8FE0-89DC7D9F8BD1}" presName="hierChild2" presStyleCnt="0"/>
      <dgm:spPr/>
    </dgm:pt>
    <dgm:pt modelId="{07BE8241-6DBF-574E-A9C4-032445E47C1A}" type="pres">
      <dgm:prSet presAssocID="{1961308B-7DB0-48B0-8FE0-89DC7D9F8BD1}" presName="hierChild3" presStyleCnt="0"/>
      <dgm:spPr/>
    </dgm:pt>
  </dgm:ptLst>
  <dgm:cxnLst>
    <dgm:cxn modelId="{134BBB03-1E6F-B541-B3B1-373B274A0FC5}" type="presOf" srcId="{D7CF5CF1-CC9E-45AB-8BDE-8967DD01603E}" destId="{7BD05D96-2BA6-2641-A2AF-FCA31CEAC7D1}" srcOrd="0" destOrd="0" presId="urn:microsoft.com/office/officeart/2009/3/layout/HorizontalOrganizationChart"/>
    <dgm:cxn modelId="{CB22910B-E81F-374B-81C2-E9762F6F9C4D}" type="presOf" srcId="{212E38B6-2C58-4168-A9E4-360487A0EE39}" destId="{1A0CBE50-16D1-3E49-B74A-5EBC0ED9DDB9}" srcOrd="0" destOrd="0" presId="urn:microsoft.com/office/officeart/2009/3/layout/HorizontalOrganizationChart"/>
    <dgm:cxn modelId="{0F89151C-7E25-40EF-8262-2C540770D5F3}" srcId="{6AE1B32E-9AB3-4C2A-83C3-AD94E77E21ED}" destId="{2A2F9838-78C8-4806-B91A-420F15B3D527}" srcOrd="0" destOrd="0" parTransId="{8FA8887B-D3D3-4AD5-840F-C841DFC8BC5C}" sibTransId="{D0F9C29E-BBCC-4F3C-8CAF-D0E56CE0AE98}"/>
    <dgm:cxn modelId="{9C8FF82E-4136-460D-A61F-3B384DEAF783}" srcId="{6AE1B32E-9AB3-4C2A-83C3-AD94E77E21ED}" destId="{D7CF5CF1-CC9E-45AB-8BDE-8967DD01603E}" srcOrd="1" destOrd="0" parTransId="{7AED6C79-CE03-4EC7-BD7C-D6CFCC96F584}" sibTransId="{94B9C1CD-C7EC-4BDC-9E26-77A8B297E189}"/>
    <dgm:cxn modelId="{47860A33-C05C-0A46-80D7-82C962539012}" type="presOf" srcId="{212E38B6-2C58-4168-A9E4-360487A0EE39}" destId="{AEA165F8-8138-2947-AEEA-5297FB856BCB}" srcOrd="1" destOrd="0" presId="urn:microsoft.com/office/officeart/2009/3/layout/HorizontalOrganizationChart"/>
    <dgm:cxn modelId="{65543F34-8542-4347-9D3A-D105289800AC}" type="presOf" srcId="{6AE1B32E-9AB3-4C2A-83C3-AD94E77E21ED}" destId="{91FC1829-D0F7-0744-BAD7-B123ACE3C99D}" srcOrd="0" destOrd="0" presId="urn:microsoft.com/office/officeart/2009/3/layout/HorizontalOrganizationChart"/>
    <dgm:cxn modelId="{6568DA4B-E3DC-0448-8E81-BEFC9FC8BA00}" type="presOf" srcId="{4397EDEF-C701-42A3-BAEF-AA3D11E26E32}" destId="{3D49DDAA-DB26-1B45-9E23-7FBE773DB1CD}" srcOrd="0" destOrd="0" presId="urn:microsoft.com/office/officeart/2009/3/layout/HorizontalOrganizationChart"/>
    <dgm:cxn modelId="{4AFBC16E-233C-40FE-8060-A75324123156}" srcId="{2A2F9838-78C8-4806-B91A-420F15B3D527}" destId="{A01E1FAF-49D5-401E-8909-2B2599200F35}" srcOrd="1" destOrd="0" parTransId="{4ADDC04E-13DC-4C12-A2DD-942907D4855D}" sibTransId="{6F0F14DE-4074-4519-9B21-DD46C5570C71}"/>
    <dgm:cxn modelId="{62B19770-884A-6C41-8E4B-F5BCCA4F6AF9}" type="presOf" srcId="{A01E1FAF-49D5-401E-8909-2B2599200F35}" destId="{3647D7EF-09EA-0740-BB16-063A4C0397BF}" srcOrd="0" destOrd="0" presId="urn:microsoft.com/office/officeart/2009/3/layout/HorizontalOrganizationChart"/>
    <dgm:cxn modelId="{8D683990-ABE7-234A-85CB-0BCDC4049731}" type="presOf" srcId="{D7CF5CF1-CC9E-45AB-8BDE-8967DD01603E}" destId="{EBE3C3B5-051A-5B41-A11E-0A1C77EB9123}" srcOrd="1" destOrd="0" presId="urn:microsoft.com/office/officeart/2009/3/layout/HorizontalOrganizationChart"/>
    <dgm:cxn modelId="{A26EB693-24E7-8F48-B54B-6222FDFBEF38}" type="presOf" srcId="{1961308B-7DB0-48B0-8FE0-89DC7D9F8BD1}" destId="{CDAFA938-A484-044A-92F0-3162D01B61BC}" srcOrd="1" destOrd="0" presId="urn:microsoft.com/office/officeart/2009/3/layout/HorizontalOrganizationChart"/>
    <dgm:cxn modelId="{42A0629C-DF07-404C-9495-ECD322336BF5}" type="presOf" srcId="{2A2F9838-78C8-4806-B91A-420F15B3D527}" destId="{FD83CFB4-A53C-E545-A76C-60C4E1BC6691}" srcOrd="0" destOrd="0" presId="urn:microsoft.com/office/officeart/2009/3/layout/HorizontalOrganizationChart"/>
    <dgm:cxn modelId="{EBBE359D-E37D-734B-9B86-35C7EADD566E}" type="presOf" srcId="{A01E1FAF-49D5-401E-8909-2B2599200F35}" destId="{2DF8C9B7-3ED5-3444-8195-F37BA0868E43}" srcOrd="1" destOrd="0" presId="urn:microsoft.com/office/officeart/2009/3/layout/HorizontalOrganizationChart"/>
    <dgm:cxn modelId="{F54F89A1-914C-4155-8619-312C0D574C6F}" srcId="{6AE1B32E-9AB3-4C2A-83C3-AD94E77E21ED}" destId="{1961308B-7DB0-48B0-8FE0-89DC7D9F8BD1}" srcOrd="2" destOrd="0" parTransId="{01426000-D8D5-483A-87C0-3B05D8F8538A}" sibTransId="{E3E2EA92-DF88-4BF5-8FC9-616E33C6AB51}"/>
    <dgm:cxn modelId="{6FA846C5-6BD9-104C-82F4-1D53364CBA85}" type="presOf" srcId="{4ADDC04E-13DC-4C12-A2DD-942907D4855D}" destId="{DAAFC95E-D618-3E45-BB90-FD186D3635D4}" srcOrd="0" destOrd="0" presId="urn:microsoft.com/office/officeart/2009/3/layout/HorizontalOrganizationChart"/>
    <dgm:cxn modelId="{ED7115C7-D088-4169-B761-9F17857E1729}" srcId="{2A2F9838-78C8-4806-B91A-420F15B3D527}" destId="{212E38B6-2C58-4168-A9E4-360487A0EE39}" srcOrd="0" destOrd="0" parTransId="{4397EDEF-C701-42A3-BAEF-AA3D11E26E32}" sibTransId="{A35391A2-1B29-4D44-AFE7-317FEDC6FEAB}"/>
    <dgm:cxn modelId="{2D4C11D8-4919-8B4D-8F10-44DCB164266D}" type="presOf" srcId="{1961308B-7DB0-48B0-8FE0-89DC7D9F8BD1}" destId="{3C945D1A-7BBB-E64B-948D-70A35922337B}" srcOrd="0" destOrd="0" presId="urn:microsoft.com/office/officeart/2009/3/layout/HorizontalOrganizationChart"/>
    <dgm:cxn modelId="{7C8917E0-9EFB-704D-842D-6A9DCB39BB43}" type="presOf" srcId="{2A2F9838-78C8-4806-B91A-420F15B3D527}" destId="{51A8561D-DF8C-F643-9185-1242C81A5FF0}" srcOrd="1" destOrd="0" presId="urn:microsoft.com/office/officeart/2009/3/layout/HorizontalOrganizationChart"/>
    <dgm:cxn modelId="{7CE181D2-ED25-0246-841D-66AE5B1639C2}" type="presParOf" srcId="{91FC1829-D0F7-0744-BAD7-B123ACE3C99D}" destId="{1A031A6F-AD94-0E41-93FC-E02A55207699}" srcOrd="0" destOrd="0" presId="urn:microsoft.com/office/officeart/2009/3/layout/HorizontalOrganizationChart"/>
    <dgm:cxn modelId="{1C1B2A66-9355-B545-9845-71F941EC3918}" type="presParOf" srcId="{1A031A6F-AD94-0E41-93FC-E02A55207699}" destId="{B38538A3-D618-6446-AB3B-3F15C6D23ACC}" srcOrd="0" destOrd="0" presId="urn:microsoft.com/office/officeart/2009/3/layout/HorizontalOrganizationChart"/>
    <dgm:cxn modelId="{FEBAB991-5D09-844D-8419-E5209A1123A4}" type="presParOf" srcId="{B38538A3-D618-6446-AB3B-3F15C6D23ACC}" destId="{FD83CFB4-A53C-E545-A76C-60C4E1BC6691}" srcOrd="0" destOrd="0" presId="urn:microsoft.com/office/officeart/2009/3/layout/HorizontalOrganizationChart"/>
    <dgm:cxn modelId="{3FDBE84A-32A1-FF43-A89E-BE413BF7AEDE}" type="presParOf" srcId="{B38538A3-D618-6446-AB3B-3F15C6D23ACC}" destId="{51A8561D-DF8C-F643-9185-1242C81A5FF0}" srcOrd="1" destOrd="0" presId="urn:microsoft.com/office/officeart/2009/3/layout/HorizontalOrganizationChart"/>
    <dgm:cxn modelId="{C1DD6A23-FEEF-C641-868A-AB37959DFBEA}" type="presParOf" srcId="{1A031A6F-AD94-0E41-93FC-E02A55207699}" destId="{0519E99B-38BE-9740-9E5B-5DAB85D38D24}" srcOrd="1" destOrd="0" presId="urn:microsoft.com/office/officeart/2009/3/layout/HorizontalOrganizationChart"/>
    <dgm:cxn modelId="{60701864-93F1-0D4D-A5F6-5107F8010DC7}" type="presParOf" srcId="{0519E99B-38BE-9740-9E5B-5DAB85D38D24}" destId="{3D49DDAA-DB26-1B45-9E23-7FBE773DB1CD}" srcOrd="0" destOrd="0" presId="urn:microsoft.com/office/officeart/2009/3/layout/HorizontalOrganizationChart"/>
    <dgm:cxn modelId="{090409CE-8004-7740-AAF9-A8A2F3880506}" type="presParOf" srcId="{0519E99B-38BE-9740-9E5B-5DAB85D38D24}" destId="{8228C798-3F71-EF48-A43A-6FEE7C324F3D}" srcOrd="1" destOrd="0" presId="urn:microsoft.com/office/officeart/2009/3/layout/HorizontalOrganizationChart"/>
    <dgm:cxn modelId="{7821677D-3701-C045-8A1B-841770B98543}" type="presParOf" srcId="{8228C798-3F71-EF48-A43A-6FEE7C324F3D}" destId="{03B16D4D-FFBE-F143-AAEC-42772B0ADB65}" srcOrd="0" destOrd="0" presId="urn:microsoft.com/office/officeart/2009/3/layout/HorizontalOrganizationChart"/>
    <dgm:cxn modelId="{68BA4EEA-5203-FB4C-875D-50E38F1846B6}" type="presParOf" srcId="{03B16D4D-FFBE-F143-AAEC-42772B0ADB65}" destId="{1A0CBE50-16D1-3E49-B74A-5EBC0ED9DDB9}" srcOrd="0" destOrd="0" presId="urn:microsoft.com/office/officeart/2009/3/layout/HorizontalOrganizationChart"/>
    <dgm:cxn modelId="{97897EAB-9F2A-4244-A76F-BED21D83B320}" type="presParOf" srcId="{03B16D4D-FFBE-F143-AAEC-42772B0ADB65}" destId="{AEA165F8-8138-2947-AEEA-5297FB856BCB}" srcOrd="1" destOrd="0" presId="urn:microsoft.com/office/officeart/2009/3/layout/HorizontalOrganizationChart"/>
    <dgm:cxn modelId="{CBFF4E58-70CA-4244-8C34-7CCF6BDA06CC}" type="presParOf" srcId="{8228C798-3F71-EF48-A43A-6FEE7C324F3D}" destId="{14680D5B-9510-5A4E-A02A-3B80307F2328}" srcOrd="1" destOrd="0" presId="urn:microsoft.com/office/officeart/2009/3/layout/HorizontalOrganizationChart"/>
    <dgm:cxn modelId="{CEFA0372-3BFC-194F-AE1D-EF310FCD41FF}" type="presParOf" srcId="{8228C798-3F71-EF48-A43A-6FEE7C324F3D}" destId="{C5B23B65-42AB-6042-B47B-06914DE4A103}" srcOrd="2" destOrd="0" presId="urn:microsoft.com/office/officeart/2009/3/layout/HorizontalOrganizationChart"/>
    <dgm:cxn modelId="{CF07673E-3F3F-5149-BB64-F9B938FA13DE}" type="presParOf" srcId="{0519E99B-38BE-9740-9E5B-5DAB85D38D24}" destId="{DAAFC95E-D618-3E45-BB90-FD186D3635D4}" srcOrd="2" destOrd="0" presId="urn:microsoft.com/office/officeart/2009/3/layout/HorizontalOrganizationChart"/>
    <dgm:cxn modelId="{48C6E4BC-6B46-6C45-A6DD-600CDBDD3B7E}" type="presParOf" srcId="{0519E99B-38BE-9740-9E5B-5DAB85D38D24}" destId="{45ACBC48-2494-3D49-AB7B-D30E1487F336}" srcOrd="3" destOrd="0" presId="urn:microsoft.com/office/officeart/2009/3/layout/HorizontalOrganizationChart"/>
    <dgm:cxn modelId="{58513B7C-A99B-B440-B3B6-24F1900770E6}" type="presParOf" srcId="{45ACBC48-2494-3D49-AB7B-D30E1487F336}" destId="{2B9A1ABF-97BC-8445-A5B4-761FA3A5A07E}" srcOrd="0" destOrd="0" presId="urn:microsoft.com/office/officeart/2009/3/layout/HorizontalOrganizationChart"/>
    <dgm:cxn modelId="{A47154C3-35A5-0B41-983E-D5FD0226DA9B}" type="presParOf" srcId="{2B9A1ABF-97BC-8445-A5B4-761FA3A5A07E}" destId="{3647D7EF-09EA-0740-BB16-063A4C0397BF}" srcOrd="0" destOrd="0" presId="urn:microsoft.com/office/officeart/2009/3/layout/HorizontalOrganizationChart"/>
    <dgm:cxn modelId="{2426ACF1-CCE0-9440-9F0D-47969378CDD4}" type="presParOf" srcId="{2B9A1ABF-97BC-8445-A5B4-761FA3A5A07E}" destId="{2DF8C9B7-3ED5-3444-8195-F37BA0868E43}" srcOrd="1" destOrd="0" presId="urn:microsoft.com/office/officeart/2009/3/layout/HorizontalOrganizationChart"/>
    <dgm:cxn modelId="{FFE4962A-666E-8C47-A95A-7D2BACAE0BC1}" type="presParOf" srcId="{45ACBC48-2494-3D49-AB7B-D30E1487F336}" destId="{5D17F0FC-8656-9E43-BC0D-467EB36EE356}" srcOrd="1" destOrd="0" presId="urn:microsoft.com/office/officeart/2009/3/layout/HorizontalOrganizationChart"/>
    <dgm:cxn modelId="{10F8A0CE-8DBD-454F-BB1F-0D81E6407718}" type="presParOf" srcId="{45ACBC48-2494-3D49-AB7B-D30E1487F336}" destId="{A1E81A7F-836C-474D-9D2E-0AB257176D78}" srcOrd="2" destOrd="0" presId="urn:microsoft.com/office/officeart/2009/3/layout/HorizontalOrganizationChart"/>
    <dgm:cxn modelId="{4217F510-7338-974A-A75A-3D4C9885FC1E}" type="presParOf" srcId="{1A031A6F-AD94-0E41-93FC-E02A55207699}" destId="{37AE06E3-EA8A-7149-B09C-1A4B6E985C67}" srcOrd="2" destOrd="0" presId="urn:microsoft.com/office/officeart/2009/3/layout/HorizontalOrganizationChart"/>
    <dgm:cxn modelId="{102E3DCA-76C5-8B43-A90D-B9D86A2617AB}" type="presParOf" srcId="{91FC1829-D0F7-0744-BAD7-B123ACE3C99D}" destId="{35474E2A-7A3F-4443-A96E-AD301851B369}" srcOrd="1" destOrd="0" presId="urn:microsoft.com/office/officeart/2009/3/layout/HorizontalOrganizationChart"/>
    <dgm:cxn modelId="{D1576602-8EAC-5F47-8C27-E07A7C97352E}" type="presParOf" srcId="{35474E2A-7A3F-4443-A96E-AD301851B369}" destId="{EBECEC78-1893-4048-9645-86EF1EDD21BC}" srcOrd="0" destOrd="0" presId="urn:microsoft.com/office/officeart/2009/3/layout/HorizontalOrganizationChart"/>
    <dgm:cxn modelId="{C4C17B23-0621-9F44-B52A-AF022DA3362B}" type="presParOf" srcId="{EBECEC78-1893-4048-9645-86EF1EDD21BC}" destId="{7BD05D96-2BA6-2641-A2AF-FCA31CEAC7D1}" srcOrd="0" destOrd="0" presId="urn:microsoft.com/office/officeart/2009/3/layout/HorizontalOrganizationChart"/>
    <dgm:cxn modelId="{EB0E7ADC-E360-6943-895A-8C24F1EFF6D1}" type="presParOf" srcId="{EBECEC78-1893-4048-9645-86EF1EDD21BC}" destId="{EBE3C3B5-051A-5B41-A11E-0A1C77EB9123}" srcOrd="1" destOrd="0" presId="urn:microsoft.com/office/officeart/2009/3/layout/HorizontalOrganizationChart"/>
    <dgm:cxn modelId="{AE1EE111-698A-2D4F-98CE-1F8503274481}" type="presParOf" srcId="{35474E2A-7A3F-4443-A96E-AD301851B369}" destId="{9A6A3768-86F4-E340-AEA5-83F2195708DB}" srcOrd="1" destOrd="0" presId="urn:microsoft.com/office/officeart/2009/3/layout/HorizontalOrganizationChart"/>
    <dgm:cxn modelId="{20F45DA7-5ABE-2447-BBD0-1797A8CA2E92}" type="presParOf" srcId="{35474E2A-7A3F-4443-A96E-AD301851B369}" destId="{7234D6A5-7290-DD46-9C46-D579DD1C12F2}" srcOrd="2" destOrd="0" presId="urn:microsoft.com/office/officeart/2009/3/layout/HorizontalOrganizationChart"/>
    <dgm:cxn modelId="{280FDA74-3E23-A044-B908-AB40964F298B}" type="presParOf" srcId="{91FC1829-D0F7-0744-BAD7-B123ACE3C99D}" destId="{02D4308A-F952-C143-82CD-D9AF16F48B0A}" srcOrd="2" destOrd="0" presId="urn:microsoft.com/office/officeart/2009/3/layout/HorizontalOrganizationChart"/>
    <dgm:cxn modelId="{0BAA6E43-ECB6-3E4E-B607-D8D6F8F72AB8}" type="presParOf" srcId="{02D4308A-F952-C143-82CD-D9AF16F48B0A}" destId="{516A94B3-3D3B-0040-883C-25EFA7BC1C3A}" srcOrd="0" destOrd="0" presId="urn:microsoft.com/office/officeart/2009/3/layout/HorizontalOrganizationChart"/>
    <dgm:cxn modelId="{9BEC2B44-F31B-1F42-AEB4-B8DB0642967A}" type="presParOf" srcId="{516A94B3-3D3B-0040-883C-25EFA7BC1C3A}" destId="{3C945D1A-7BBB-E64B-948D-70A35922337B}" srcOrd="0" destOrd="0" presId="urn:microsoft.com/office/officeart/2009/3/layout/HorizontalOrganizationChart"/>
    <dgm:cxn modelId="{D63A2D63-EE5A-5B4B-9C1C-51DB11C50AD2}" type="presParOf" srcId="{516A94B3-3D3B-0040-883C-25EFA7BC1C3A}" destId="{CDAFA938-A484-044A-92F0-3162D01B61BC}" srcOrd="1" destOrd="0" presId="urn:microsoft.com/office/officeart/2009/3/layout/HorizontalOrganizationChart"/>
    <dgm:cxn modelId="{49ADBAB7-827F-984B-AADF-E58EDEF4E7F6}" type="presParOf" srcId="{02D4308A-F952-C143-82CD-D9AF16F48B0A}" destId="{0878B02C-76EC-0C42-8D20-D20705BA7E9A}" srcOrd="1" destOrd="0" presId="urn:microsoft.com/office/officeart/2009/3/layout/HorizontalOrganizationChart"/>
    <dgm:cxn modelId="{E746F750-80BF-D041-9286-85934A2780C5}" type="presParOf" srcId="{02D4308A-F952-C143-82CD-D9AF16F48B0A}" destId="{07BE8241-6DBF-574E-A9C4-032445E47C1A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AE1B32E-9AB3-4C2A-83C3-AD94E77E21ED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A2F9838-78C8-4806-B91A-420F15B3D527}">
      <dgm:prSet/>
      <dgm:spPr/>
      <dgm:t>
        <a:bodyPr/>
        <a:lstStyle/>
        <a:p>
          <a:r>
            <a:rPr lang="en-US" b="1"/>
            <a:t>Means:</a:t>
          </a:r>
          <a:endParaRPr lang="en-US"/>
        </a:p>
      </dgm:t>
    </dgm:pt>
    <dgm:pt modelId="{8FA8887B-D3D3-4AD5-840F-C841DFC8BC5C}" type="parTrans" cxnId="{0F89151C-7E25-40EF-8262-2C540770D5F3}">
      <dgm:prSet/>
      <dgm:spPr/>
      <dgm:t>
        <a:bodyPr/>
        <a:lstStyle/>
        <a:p>
          <a:endParaRPr lang="en-US"/>
        </a:p>
      </dgm:t>
    </dgm:pt>
    <dgm:pt modelId="{D0F9C29E-BBCC-4F3C-8CAF-D0E56CE0AE98}" type="sibTrans" cxnId="{0F89151C-7E25-40EF-8262-2C540770D5F3}">
      <dgm:prSet/>
      <dgm:spPr/>
      <dgm:t>
        <a:bodyPr/>
        <a:lstStyle/>
        <a:p>
          <a:endParaRPr lang="en-US"/>
        </a:p>
      </dgm:t>
    </dgm:pt>
    <dgm:pt modelId="{212E38B6-2C58-4168-A9E4-360487A0EE39}">
      <dgm:prSet custT="1"/>
      <dgm:spPr/>
      <dgm:t>
        <a:bodyPr/>
        <a:lstStyle/>
        <a:p>
          <a:r>
            <a:rPr lang="en-US" sz="3200" dirty="0"/>
            <a:t>Group = 64.96</a:t>
          </a:r>
        </a:p>
      </dgm:t>
    </dgm:pt>
    <dgm:pt modelId="{4397EDEF-C701-42A3-BAEF-AA3D11E26E32}" type="parTrans" cxnId="{ED7115C7-D088-4169-B761-9F17857E1729}">
      <dgm:prSet/>
      <dgm:spPr/>
      <dgm:t>
        <a:bodyPr/>
        <a:lstStyle/>
        <a:p>
          <a:endParaRPr lang="en-US"/>
        </a:p>
      </dgm:t>
    </dgm:pt>
    <dgm:pt modelId="{A35391A2-1B29-4D44-AFE7-317FEDC6FEAB}" type="sibTrans" cxnId="{ED7115C7-D088-4169-B761-9F17857E1729}">
      <dgm:prSet/>
      <dgm:spPr/>
      <dgm:t>
        <a:bodyPr/>
        <a:lstStyle/>
        <a:p>
          <a:endParaRPr lang="en-US"/>
        </a:p>
      </dgm:t>
    </dgm:pt>
    <dgm:pt modelId="{A01E1FAF-49D5-401E-8909-2B2599200F35}">
      <dgm:prSet custT="1"/>
      <dgm:spPr/>
      <dgm:t>
        <a:bodyPr/>
        <a:lstStyle/>
        <a:p>
          <a:r>
            <a:rPr lang="en-US" sz="3200" dirty="0"/>
            <a:t>Alone = 46.03</a:t>
          </a:r>
        </a:p>
      </dgm:t>
    </dgm:pt>
    <dgm:pt modelId="{4ADDC04E-13DC-4C12-A2DD-942907D4855D}" type="parTrans" cxnId="{4AFBC16E-233C-40FE-8060-A75324123156}">
      <dgm:prSet/>
      <dgm:spPr/>
      <dgm:t>
        <a:bodyPr/>
        <a:lstStyle/>
        <a:p>
          <a:endParaRPr lang="en-US"/>
        </a:p>
      </dgm:t>
    </dgm:pt>
    <dgm:pt modelId="{6F0F14DE-4074-4519-9B21-DD46C5570C71}" type="sibTrans" cxnId="{4AFBC16E-233C-40FE-8060-A75324123156}">
      <dgm:prSet/>
      <dgm:spPr/>
      <dgm:t>
        <a:bodyPr/>
        <a:lstStyle/>
        <a:p>
          <a:endParaRPr lang="en-US"/>
        </a:p>
      </dgm:t>
    </dgm:pt>
    <dgm:pt modelId="{D7CF5CF1-CC9E-45AB-8BDE-8967DD01603E}">
      <dgm:prSet/>
      <dgm:spPr/>
      <dgm:t>
        <a:bodyPr/>
        <a:lstStyle/>
        <a:p>
          <a:r>
            <a:rPr lang="en-US" b="1" dirty="0"/>
            <a:t>p &lt; .001</a:t>
          </a:r>
          <a:endParaRPr lang="en-US" dirty="0"/>
        </a:p>
      </dgm:t>
    </dgm:pt>
    <dgm:pt modelId="{7AED6C79-CE03-4EC7-BD7C-D6CFCC96F584}" type="parTrans" cxnId="{9C8FF82E-4136-460D-A61F-3B384DEAF783}">
      <dgm:prSet/>
      <dgm:spPr/>
      <dgm:t>
        <a:bodyPr/>
        <a:lstStyle/>
        <a:p>
          <a:endParaRPr lang="en-US"/>
        </a:p>
      </dgm:t>
    </dgm:pt>
    <dgm:pt modelId="{94B9C1CD-C7EC-4BDC-9E26-77A8B297E189}" type="sibTrans" cxnId="{9C8FF82E-4136-460D-A61F-3B384DEAF783}">
      <dgm:prSet/>
      <dgm:spPr/>
      <dgm:t>
        <a:bodyPr/>
        <a:lstStyle/>
        <a:p>
          <a:endParaRPr lang="en-US"/>
        </a:p>
      </dgm:t>
    </dgm:pt>
    <dgm:pt modelId="{1961308B-7DB0-48B0-8FE0-89DC7D9F8BD1}">
      <dgm:prSet/>
      <dgm:spPr/>
      <dgm:t>
        <a:bodyPr/>
        <a:lstStyle/>
        <a:p>
          <a:r>
            <a:rPr lang="en-US" dirty="0"/>
            <a:t>➤ Statistically significant, </a:t>
          </a:r>
          <a:r>
            <a:rPr lang="en-US" b="1" dirty="0"/>
            <a:t>important difference</a:t>
          </a:r>
        </a:p>
      </dgm:t>
    </dgm:pt>
    <dgm:pt modelId="{01426000-D8D5-483A-87C0-3B05D8F8538A}" type="parTrans" cxnId="{F54F89A1-914C-4155-8619-312C0D574C6F}">
      <dgm:prSet/>
      <dgm:spPr/>
      <dgm:t>
        <a:bodyPr/>
        <a:lstStyle/>
        <a:p>
          <a:endParaRPr lang="en-US"/>
        </a:p>
      </dgm:t>
    </dgm:pt>
    <dgm:pt modelId="{E3E2EA92-DF88-4BF5-8FC9-616E33C6AB51}" type="sibTrans" cxnId="{F54F89A1-914C-4155-8619-312C0D574C6F}">
      <dgm:prSet/>
      <dgm:spPr/>
      <dgm:t>
        <a:bodyPr/>
        <a:lstStyle/>
        <a:p>
          <a:endParaRPr lang="en-US"/>
        </a:p>
      </dgm:t>
    </dgm:pt>
    <dgm:pt modelId="{91FC1829-D0F7-0744-BAD7-B123ACE3C99D}" type="pres">
      <dgm:prSet presAssocID="{6AE1B32E-9AB3-4C2A-83C3-AD94E77E21E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A031A6F-AD94-0E41-93FC-E02A55207699}" type="pres">
      <dgm:prSet presAssocID="{2A2F9838-78C8-4806-B91A-420F15B3D527}" presName="hierRoot1" presStyleCnt="0">
        <dgm:presLayoutVars>
          <dgm:hierBranch val="init"/>
        </dgm:presLayoutVars>
      </dgm:prSet>
      <dgm:spPr/>
    </dgm:pt>
    <dgm:pt modelId="{B38538A3-D618-6446-AB3B-3F15C6D23ACC}" type="pres">
      <dgm:prSet presAssocID="{2A2F9838-78C8-4806-B91A-420F15B3D527}" presName="rootComposite1" presStyleCnt="0"/>
      <dgm:spPr/>
    </dgm:pt>
    <dgm:pt modelId="{FD83CFB4-A53C-E545-A76C-60C4E1BC6691}" type="pres">
      <dgm:prSet presAssocID="{2A2F9838-78C8-4806-B91A-420F15B3D527}" presName="rootText1" presStyleLbl="node0" presStyleIdx="0" presStyleCnt="3">
        <dgm:presLayoutVars>
          <dgm:chPref val="3"/>
        </dgm:presLayoutVars>
      </dgm:prSet>
      <dgm:spPr/>
    </dgm:pt>
    <dgm:pt modelId="{51A8561D-DF8C-F643-9185-1242C81A5FF0}" type="pres">
      <dgm:prSet presAssocID="{2A2F9838-78C8-4806-B91A-420F15B3D527}" presName="rootConnector1" presStyleLbl="node1" presStyleIdx="0" presStyleCnt="0"/>
      <dgm:spPr/>
    </dgm:pt>
    <dgm:pt modelId="{0519E99B-38BE-9740-9E5B-5DAB85D38D24}" type="pres">
      <dgm:prSet presAssocID="{2A2F9838-78C8-4806-B91A-420F15B3D527}" presName="hierChild2" presStyleCnt="0"/>
      <dgm:spPr/>
    </dgm:pt>
    <dgm:pt modelId="{3D49DDAA-DB26-1B45-9E23-7FBE773DB1CD}" type="pres">
      <dgm:prSet presAssocID="{4397EDEF-C701-42A3-BAEF-AA3D11E26E32}" presName="Name64" presStyleLbl="parChTrans1D2" presStyleIdx="0" presStyleCnt="2"/>
      <dgm:spPr/>
    </dgm:pt>
    <dgm:pt modelId="{8228C798-3F71-EF48-A43A-6FEE7C324F3D}" type="pres">
      <dgm:prSet presAssocID="{212E38B6-2C58-4168-A9E4-360487A0EE39}" presName="hierRoot2" presStyleCnt="0">
        <dgm:presLayoutVars>
          <dgm:hierBranch val="init"/>
        </dgm:presLayoutVars>
      </dgm:prSet>
      <dgm:spPr/>
    </dgm:pt>
    <dgm:pt modelId="{03B16D4D-FFBE-F143-AAEC-42772B0ADB65}" type="pres">
      <dgm:prSet presAssocID="{212E38B6-2C58-4168-A9E4-360487A0EE39}" presName="rootComposite" presStyleCnt="0"/>
      <dgm:spPr/>
    </dgm:pt>
    <dgm:pt modelId="{1A0CBE50-16D1-3E49-B74A-5EBC0ED9DDB9}" type="pres">
      <dgm:prSet presAssocID="{212E38B6-2C58-4168-A9E4-360487A0EE39}" presName="rootText" presStyleLbl="node2" presStyleIdx="0" presStyleCnt="2">
        <dgm:presLayoutVars>
          <dgm:chPref val="3"/>
        </dgm:presLayoutVars>
      </dgm:prSet>
      <dgm:spPr/>
    </dgm:pt>
    <dgm:pt modelId="{AEA165F8-8138-2947-AEEA-5297FB856BCB}" type="pres">
      <dgm:prSet presAssocID="{212E38B6-2C58-4168-A9E4-360487A0EE39}" presName="rootConnector" presStyleLbl="node2" presStyleIdx="0" presStyleCnt="2"/>
      <dgm:spPr/>
    </dgm:pt>
    <dgm:pt modelId="{14680D5B-9510-5A4E-A02A-3B80307F2328}" type="pres">
      <dgm:prSet presAssocID="{212E38B6-2C58-4168-A9E4-360487A0EE39}" presName="hierChild4" presStyleCnt="0"/>
      <dgm:spPr/>
    </dgm:pt>
    <dgm:pt modelId="{C5B23B65-42AB-6042-B47B-06914DE4A103}" type="pres">
      <dgm:prSet presAssocID="{212E38B6-2C58-4168-A9E4-360487A0EE39}" presName="hierChild5" presStyleCnt="0"/>
      <dgm:spPr/>
    </dgm:pt>
    <dgm:pt modelId="{DAAFC95E-D618-3E45-BB90-FD186D3635D4}" type="pres">
      <dgm:prSet presAssocID="{4ADDC04E-13DC-4C12-A2DD-942907D4855D}" presName="Name64" presStyleLbl="parChTrans1D2" presStyleIdx="1" presStyleCnt="2"/>
      <dgm:spPr/>
    </dgm:pt>
    <dgm:pt modelId="{45ACBC48-2494-3D49-AB7B-D30E1487F336}" type="pres">
      <dgm:prSet presAssocID="{A01E1FAF-49D5-401E-8909-2B2599200F35}" presName="hierRoot2" presStyleCnt="0">
        <dgm:presLayoutVars>
          <dgm:hierBranch val="init"/>
        </dgm:presLayoutVars>
      </dgm:prSet>
      <dgm:spPr/>
    </dgm:pt>
    <dgm:pt modelId="{2B9A1ABF-97BC-8445-A5B4-761FA3A5A07E}" type="pres">
      <dgm:prSet presAssocID="{A01E1FAF-49D5-401E-8909-2B2599200F35}" presName="rootComposite" presStyleCnt="0"/>
      <dgm:spPr/>
    </dgm:pt>
    <dgm:pt modelId="{3647D7EF-09EA-0740-BB16-063A4C0397BF}" type="pres">
      <dgm:prSet presAssocID="{A01E1FAF-49D5-401E-8909-2B2599200F35}" presName="rootText" presStyleLbl="node2" presStyleIdx="1" presStyleCnt="2">
        <dgm:presLayoutVars>
          <dgm:chPref val="3"/>
        </dgm:presLayoutVars>
      </dgm:prSet>
      <dgm:spPr/>
    </dgm:pt>
    <dgm:pt modelId="{2DF8C9B7-3ED5-3444-8195-F37BA0868E43}" type="pres">
      <dgm:prSet presAssocID="{A01E1FAF-49D5-401E-8909-2B2599200F35}" presName="rootConnector" presStyleLbl="node2" presStyleIdx="1" presStyleCnt="2"/>
      <dgm:spPr/>
    </dgm:pt>
    <dgm:pt modelId="{5D17F0FC-8656-9E43-BC0D-467EB36EE356}" type="pres">
      <dgm:prSet presAssocID="{A01E1FAF-49D5-401E-8909-2B2599200F35}" presName="hierChild4" presStyleCnt="0"/>
      <dgm:spPr/>
    </dgm:pt>
    <dgm:pt modelId="{A1E81A7F-836C-474D-9D2E-0AB257176D78}" type="pres">
      <dgm:prSet presAssocID="{A01E1FAF-49D5-401E-8909-2B2599200F35}" presName="hierChild5" presStyleCnt="0"/>
      <dgm:spPr/>
    </dgm:pt>
    <dgm:pt modelId="{37AE06E3-EA8A-7149-B09C-1A4B6E985C67}" type="pres">
      <dgm:prSet presAssocID="{2A2F9838-78C8-4806-B91A-420F15B3D527}" presName="hierChild3" presStyleCnt="0"/>
      <dgm:spPr/>
    </dgm:pt>
    <dgm:pt modelId="{35474E2A-7A3F-4443-A96E-AD301851B369}" type="pres">
      <dgm:prSet presAssocID="{D7CF5CF1-CC9E-45AB-8BDE-8967DD01603E}" presName="hierRoot1" presStyleCnt="0">
        <dgm:presLayoutVars>
          <dgm:hierBranch val="init"/>
        </dgm:presLayoutVars>
      </dgm:prSet>
      <dgm:spPr/>
    </dgm:pt>
    <dgm:pt modelId="{EBECEC78-1893-4048-9645-86EF1EDD21BC}" type="pres">
      <dgm:prSet presAssocID="{D7CF5CF1-CC9E-45AB-8BDE-8967DD01603E}" presName="rootComposite1" presStyleCnt="0"/>
      <dgm:spPr/>
    </dgm:pt>
    <dgm:pt modelId="{7BD05D96-2BA6-2641-A2AF-FCA31CEAC7D1}" type="pres">
      <dgm:prSet presAssocID="{D7CF5CF1-CC9E-45AB-8BDE-8967DD01603E}" presName="rootText1" presStyleLbl="node0" presStyleIdx="1" presStyleCnt="3">
        <dgm:presLayoutVars>
          <dgm:chPref val="3"/>
        </dgm:presLayoutVars>
      </dgm:prSet>
      <dgm:spPr/>
    </dgm:pt>
    <dgm:pt modelId="{EBE3C3B5-051A-5B41-A11E-0A1C77EB9123}" type="pres">
      <dgm:prSet presAssocID="{D7CF5CF1-CC9E-45AB-8BDE-8967DD01603E}" presName="rootConnector1" presStyleLbl="node1" presStyleIdx="0" presStyleCnt="0"/>
      <dgm:spPr/>
    </dgm:pt>
    <dgm:pt modelId="{9A6A3768-86F4-E340-AEA5-83F2195708DB}" type="pres">
      <dgm:prSet presAssocID="{D7CF5CF1-CC9E-45AB-8BDE-8967DD01603E}" presName="hierChild2" presStyleCnt="0"/>
      <dgm:spPr/>
    </dgm:pt>
    <dgm:pt modelId="{7234D6A5-7290-DD46-9C46-D579DD1C12F2}" type="pres">
      <dgm:prSet presAssocID="{D7CF5CF1-CC9E-45AB-8BDE-8967DD01603E}" presName="hierChild3" presStyleCnt="0"/>
      <dgm:spPr/>
    </dgm:pt>
    <dgm:pt modelId="{02D4308A-F952-C143-82CD-D9AF16F48B0A}" type="pres">
      <dgm:prSet presAssocID="{1961308B-7DB0-48B0-8FE0-89DC7D9F8BD1}" presName="hierRoot1" presStyleCnt="0">
        <dgm:presLayoutVars>
          <dgm:hierBranch val="init"/>
        </dgm:presLayoutVars>
      </dgm:prSet>
      <dgm:spPr/>
    </dgm:pt>
    <dgm:pt modelId="{516A94B3-3D3B-0040-883C-25EFA7BC1C3A}" type="pres">
      <dgm:prSet presAssocID="{1961308B-7DB0-48B0-8FE0-89DC7D9F8BD1}" presName="rootComposite1" presStyleCnt="0"/>
      <dgm:spPr/>
    </dgm:pt>
    <dgm:pt modelId="{3C945D1A-7BBB-E64B-948D-70A35922337B}" type="pres">
      <dgm:prSet presAssocID="{1961308B-7DB0-48B0-8FE0-89DC7D9F8BD1}" presName="rootText1" presStyleLbl="node0" presStyleIdx="2" presStyleCnt="3" custScaleX="207447" custScaleY="123124">
        <dgm:presLayoutVars>
          <dgm:chPref val="3"/>
        </dgm:presLayoutVars>
      </dgm:prSet>
      <dgm:spPr/>
    </dgm:pt>
    <dgm:pt modelId="{CDAFA938-A484-044A-92F0-3162D01B61BC}" type="pres">
      <dgm:prSet presAssocID="{1961308B-7DB0-48B0-8FE0-89DC7D9F8BD1}" presName="rootConnector1" presStyleLbl="node1" presStyleIdx="0" presStyleCnt="0"/>
      <dgm:spPr/>
    </dgm:pt>
    <dgm:pt modelId="{0878B02C-76EC-0C42-8D20-D20705BA7E9A}" type="pres">
      <dgm:prSet presAssocID="{1961308B-7DB0-48B0-8FE0-89DC7D9F8BD1}" presName="hierChild2" presStyleCnt="0"/>
      <dgm:spPr/>
    </dgm:pt>
    <dgm:pt modelId="{07BE8241-6DBF-574E-A9C4-032445E47C1A}" type="pres">
      <dgm:prSet presAssocID="{1961308B-7DB0-48B0-8FE0-89DC7D9F8BD1}" presName="hierChild3" presStyleCnt="0"/>
      <dgm:spPr/>
    </dgm:pt>
  </dgm:ptLst>
  <dgm:cxnLst>
    <dgm:cxn modelId="{134BBB03-1E6F-B541-B3B1-373B274A0FC5}" type="presOf" srcId="{D7CF5CF1-CC9E-45AB-8BDE-8967DD01603E}" destId="{7BD05D96-2BA6-2641-A2AF-FCA31CEAC7D1}" srcOrd="0" destOrd="0" presId="urn:microsoft.com/office/officeart/2009/3/layout/HorizontalOrganizationChart"/>
    <dgm:cxn modelId="{CB22910B-E81F-374B-81C2-E9762F6F9C4D}" type="presOf" srcId="{212E38B6-2C58-4168-A9E4-360487A0EE39}" destId="{1A0CBE50-16D1-3E49-B74A-5EBC0ED9DDB9}" srcOrd="0" destOrd="0" presId="urn:microsoft.com/office/officeart/2009/3/layout/HorizontalOrganizationChart"/>
    <dgm:cxn modelId="{0F89151C-7E25-40EF-8262-2C540770D5F3}" srcId="{6AE1B32E-9AB3-4C2A-83C3-AD94E77E21ED}" destId="{2A2F9838-78C8-4806-B91A-420F15B3D527}" srcOrd="0" destOrd="0" parTransId="{8FA8887B-D3D3-4AD5-840F-C841DFC8BC5C}" sibTransId="{D0F9C29E-BBCC-4F3C-8CAF-D0E56CE0AE98}"/>
    <dgm:cxn modelId="{9C8FF82E-4136-460D-A61F-3B384DEAF783}" srcId="{6AE1B32E-9AB3-4C2A-83C3-AD94E77E21ED}" destId="{D7CF5CF1-CC9E-45AB-8BDE-8967DD01603E}" srcOrd="1" destOrd="0" parTransId="{7AED6C79-CE03-4EC7-BD7C-D6CFCC96F584}" sibTransId="{94B9C1CD-C7EC-4BDC-9E26-77A8B297E189}"/>
    <dgm:cxn modelId="{47860A33-C05C-0A46-80D7-82C962539012}" type="presOf" srcId="{212E38B6-2C58-4168-A9E4-360487A0EE39}" destId="{AEA165F8-8138-2947-AEEA-5297FB856BCB}" srcOrd="1" destOrd="0" presId="urn:microsoft.com/office/officeart/2009/3/layout/HorizontalOrganizationChart"/>
    <dgm:cxn modelId="{65543F34-8542-4347-9D3A-D105289800AC}" type="presOf" srcId="{6AE1B32E-9AB3-4C2A-83C3-AD94E77E21ED}" destId="{91FC1829-D0F7-0744-BAD7-B123ACE3C99D}" srcOrd="0" destOrd="0" presId="urn:microsoft.com/office/officeart/2009/3/layout/HorizontalOrganizationChart"/>
    <dgm:cxn modelId="{6568DA4B-E3DC-0448-8E81-BEFC9FC8BA00}" type="presOf" srcId="{4397EDEF-C701-42A3-BAEF-AA3D11E26E32}" destId="{3D49DDAA-DB26-1B45-9E23-7FBE773DB1CD}" srcOrd="0" destOrd="0" presId="urn:microsoft.com/office/officeart/2009/3/layout/HorizontalOrganizationChart"/>
    <dgm:cxn modelId="{4AFBC16E-233C-40FE-8060-A75324123156}" srcId="{2A2F9838-78C8-4806-B91A-420F15B3D527}" destId="{A01E1FAF-49D5-401E-8909-2B2599200F35}" srcOrd="1" destOrd="0" parTransId="{4ADDC04E-13DC-4C12-A2DD-942907D4855D}" sibTransId="{6F0F14DE-4074-4519-9B21-DD46C5570C71}"/>
    <dgm:cxn modelId="{62B19770-884A-6C41-8E4B-F5BCCA4F6AF9}" type="presOf" srcId="{A01E1FAF-49D5-401E-8909-2B2599200F35}" destId="{3647D7EF-09EA-0740-BB16-063A4C0397BF}" srcOrd="0" destOrd="0" presId="urn:microsoft.com/office/officeart/2009/3/layout/HorizontalOrganizationChart"/>
    <dgm:cxn modelId="{8D683990-ABE7-234A-85CB-0BCDC4049731}" type="presOf" srcId="{D7CF5CF1-CC9E-45AB-8BDE-8967DD01603E}" destId="{EBE3C3B5-051A-5B41-A11E-0A1C77EB9123}" srcOrd="1" destOrd="0" presId="urn:microsoft.com/office/officeart/2009/3/layout/HorizontalOrganizationChart"/>
    <dgm:cxn modelId="{A26EB693-24E7-8F48-B54B-6222FDFBEF38}" type="presOf" srcId="{1961308B-7DB0-48B0-8FE0-89DC7D9F8BD1}" destId="{CDAFA938-A484-044A-92F0-3162D01B61BC}" srcOrd="1" destOrd="0" presId="urn:microsoft.com/office/officeart/2009/3/layout/HorizontalOrganizationChart"/>
    <dgm:cxn modelId="{42A0629C-DF07-404C-9495-ECD322336BF5}" type="presOf" srcId="{2A2F9838-78C8-4806-B91A-420F15B3D527}" destId="{FD83CFB4-A53C-E545-A76C-60C4E1BC6691}" srcOrd="0" destOrd="0" presId="urn:microsoft.com/office/officeart/2009/3/layout/HorizontalOrganizationChart"/>
    <dgm:cxn modelId="{EBBE359D-E37D-734B-9B86-35C7EADD566E}" type="presOf" srcId="{A01E1FAF-49D5-401E-8909-2B2599200F35}" destId="{2DF8C9B7-3ED5-3444-8195-F37BA0868E43}" srcOrd="1" destOrd="0" presId="urn:microsoft.com/office/officeart/2009/3/layout/HorizontalOrganizationChart"/>
    <dgm:cxn modelId="{F54F89A1-914C-4155-8619-312C0D574C6F}" srcId="{6AE1B32E-9AB3-4C2A-83C3-AD94E77E21ED}" destId="{1961308B-7DB0-48B0-8FE0-89DC7D9F8BD1}" srcOrd="2" destOrd="0" parTransId="{01426000-D8D5-483A-87C0-3B05D8F8538A}" sibTransId="{E3E2EA92-DF88-4BF5-8FC9-616E33C6AB51}"/>
    <dgm:cxn modelId="{6FA846C5-6BD9-104C-82F4-1D53364CBA85}" type="presOf" srcId="{4ADDC04E-13DC-4C12-A2DD-942907D4855D}" destId="{DAAFC95E-D618-3E45-BB90-FD186D3635D4}" srcOrd="0" destOrd="0" presId="urn:microsoft.com/office/officeart/2009/3/layout/HorizontalOrganizationChart"/>
    <dgm:cxn modelId="{ED7115C7-D088-4169-B761-9F17857E1729}" srcId="{2A2F9838-78C8-4806-B91A-420F15B3D527}" destId="{212E38B6-2C58-4168-A9E4-360487A0EE39}" srcOrd="0" destOrd="0" parTransId="{4397EDEF-C701-42A3-BAEF-AA3D11E26E32}" sibTransId="{A35391A2-1B29-4D44-AFE7-317FEDC6FEAB}"/>
    <dgm:cxn modelId="{2D4C11D8-4919-8B4D-8F10-44DCB164266D}" type="presOf" srcId="{1961308B-7DB0-48B0-8FE0-89DC7D9F8BD1}" destId="{3C945D1A-7BBB-E64B-948D-70A35922337B}" srcOrd="0" destOrd="0" presId="urn:microsoft.com/office/officeart/2009/3/layout/HorizontalOrganizationChart"/>
    <dgm:cxn modelId="{7C8917E0-9EFB-704D-842D-6A9DCB39BB43}" type="presOf" srcId="{2A2F9838-78C8-4806-B91A-420F15B3D527}" destId="{51A8561D-DF8C-F643-9185-1242C81A5FF0}" srcOrd="1" destOrd="0" presId="urn:microsoft.com/office/officeart/2009/3/layout/HorizontalOrganizationChart"/>
    <dgm:cxn modelId="{7CE181D2-ED25-0246-841D-66AE5B1639C2}" type="presParOf" srcId="{91FC1829-D0F7-0744-BAD7-B123ACE3C99D}" destId="{1A031A6F-AD94-0E41-93FC-E02A55207699}" srcOrd="0" destOrd="0" presId="urn:microsoft.com/office/officeart/2009/3/layout/HorizontalOrganizationChart"/>
    <dgm:cxn modelId="{1C1B2A66-9355-B545-9845-71F941EC3918}" type="presParOf" srcId="{1A031A6F-AD94-0E41-93FC-E02A55207699}" destId="{B38538A3-D618-6446-AB3B-3F15C6D23ACC}" srcOrd="0" destOrd="0" presId="urn:microsoft.com/office/officeart/2009/3/layout/HorizontalOrganizationChart"/>
    <dgm:cxn modelId="{FEBAB991-5D09-844D-8419-E5209A1123A4}" type="presParOf" srcId="{B38538A3-D618-6446-AB3B-3F15C6D23ACC}" destId="{FD83CFB4-A53C-E545-A76C-60C4E1BC6691}" srcOrd="0" destOrd="0" presId="urn:microsoft.com/office/officeart/2009/3/layout/HorizontalOrganizationChart"/>
    <dgm:cxn modelId="{3FDBE84A-32A1-FF43-A89E-BE413BF7AEDE}" type="presParOf" srcId="{B38538A3-D618-6446-AB3B-3F15C6D23ACC}" destId="{51A8561D-DF8C-F643-9185-1242C81A5FF0}" srcOrd="1" destOrd="0" presId="urn:microsoft.com/office/officeart/2009/3/layout/HorizontalOrganizationChart"/>
    <dgm:cxn modelId="{C1DD6A23-FEEF-C641-868A-AB37959DFBEA}" type="presParOf" srcId="{1A031A6F-AD94-0E41-93FC-E02A55207699}" destId="{0519E99B-38BE-9740-9E5B-5DAB85D38D24}" srcOrd="1" destOrd="0" presId="urn:microsoft.com/office/officeart/2009/3/layout/HorizontalOrganizationChart"/>
    <dgm:cxn modelId="{60701864-93F1-0D4D-A5F6-5107F8010DC7}" type="presParOf" srcId="{0519E99B-38BE-9740-9E5B-5DAB85D38D24}" destId="{3D49DDAA-DB26-1B45-9E23-7FBE773DB1CD}" srcOrd="0" destOrd="0" presId="urn:microsoft.com/office/officeart/2009/3/layout/HorizontalOrganizationChart"/>
    <dgm:cxn modelId="{090409CE-8004-7740-AAF9-A8A2F3880506}" type="presParOf" srcId="{0519E99B-38BE-9740-9E5B-5DAB85D38D24}" destId="{8228C798-3F71-EF48-A43A-6FEE7C324F3D}" srcOrd="1" destOrd="0" presId="urn:microsoft.com/office/officeart/2009/3/layout/HorizontalOrganizationChart"/>
    <dgm:cxn modelId="{7821677D-3701-C045-8A1B-841770B98543}" type="presParOf" srcId="{8228C798-3F71-EF48-A43A-6FEE7C324F3D}" destId="{03B16D4D-FFBE-F143-AAEC-42772B0ADB65}" srcOrd="0" destOrd="0" presId="urn:microsoft.com/office/officeart/2009/3/layout/HorizontalOrganizationChart"/>
    <dgm:cxn modelId="{68BA4EEA-5203-FB4C-875D-50E38F1846B6}" type="presParOf" srcId="{03B16D4D-FFBE-F143-AAEC-42772B0ADB65}" destId="{1A0CBE50-16D1-3E49-B74A-5EBC0ED9DDB9}" srcOrd="0" destOrd="0" presId="urn:microsoft.com/office/officeart/2009/3/layout/HorizontalOrganizationChart"/>
    <dgm:cxn modelId="{97897EAB-9F2A-4244-A76F-BED21D83B320}" type="presParOf" srcId="{03B16D4D-FFBE-F143-AAEC-42772B0ADB65}" destId="{AEA165F8-8138-2947-AEEA-5297FB856BCB}" srcOrd="1" destOrd="0" presId="urn:microsoft.com/office/officeart/2009/3/layout/HorizontalOrganizationChart"/>
    <dgm:cxn modelId="{CBFF4E58-70CA-4244-8C34-7CCF6BDA06CC}" type="presParOf" srcId="{8228C798-3F71-EF48-A43A-6FEE7C324F3D}" destId="{14680D5B-9510-5A4E-A02A-3B80307F2328}" srcOrd="1" destOrd="0" presId="urn:microsoft.com/office/officeart/2009/3/layout/HorizontalOrganizationChart"/>
    <dgm:cxn modelId="{CEFA0372-3BFC-194F-AE1D-EF310FCD41FF}" type="presParOf" srcId="{8228C798-3F71-EF48-A43A-6FEE7C324F3D}" destId="{C5B23B65-42AB-6042-B47B-06914DE4A103}" srcOrd="2" destOrd="0" presId="urn:microsoft.com/office/officeart/2009/3/layout/HorizontalOrganizationChart"/>
    <dgm:cxn modelId="{CF07673E-3F3F-5149-BB64-F9B938FA13DE}" type="presParOf" srcId="{0519E99B-38BE-9740-9E5B-5DAB85D38D24}" destId="{DAAFC95E-D618-3E45-BB90-FD186D3635D4}" srcOrd="2" destOrd="0" presId="urn:microsoft.com/office/officeart/2009/3/layout/HorizontalOrganizationChart"/>
    <dgm:cxn modelId="{48C6E4BC-6B46-6C45-A6DD-600CDBDD3B7E}" type="presParOf" srcId="{0519E99B-38BE-9740-9E5B-5DAB85D38D24}" destId="{45ACBC48-2494-3D49-AB7B-D30E1487F336}" srcOrd="3" destOrd="0" presId="urn:microsoft.com/office/officeart/2009/3/layout/HorizontalOrganizationChart"/>
    <dgm:cxn modelId="{58513B7C-A99B-B440-B3B6-24F1900770E6}" type="presParOf" srcId="{45ACBC48-2494-3D49-AB7B-D30E1487F336}" destId="{2B9A1ABF-97BC-8445-A5B4-761FA3A5A07E}" srcOrd="0" destOrd="0" presId="urn:microsoft.com/office/officeart/2009/3/layout/HorizontalOrganizationChart"/>
    <dgm:cxn modelId="{A47154C3-35A5-0B41-983E-D5FD0226DA9B}" type="presParOf" srcId="{2B9A1ABF-97BC-8445-A5B4-761FA3A5A07E}" destId="{3647D7EF-09EA-0740-BB16-063A4C0397BF}" srcOrd="0" destOrd="0" presId="urn:microsoft.com/office/officeart/2009/3/layout/HorizontalOrganizationChart"/>
    <dgm:cxn modelId="{2426ACF1-CCE0-9440-9F0D-47969378CDD4}" type="presParOf" srcId="{2B9A1ABF-97BC-8445-A5B4-761FA3A5A07E}" destId="{2DF8C9B7-3ED5-3444-8195-F37BA0868E43}" srcOrd="1" destOrd="0" presId="urn:microsoft.com/office/officeart/2009/3/layout/HorizontalOrganizationChart"/>
    <dgm:cxn modelId="{FFE4962A-666E-8C47-A95A-7D2BACAE0BC1}" type="presParOf" srcId="{45ACBC48-2494-3D49-AB7B-D30E1487F336}" destId="{5D17F0FC-8656-9E43-BC0D-467EB36EE356}" srcOrd="1" destOrd="0" presId="urn:microsoft.com/office/officeart/2009/3/layout/HorizontalOrganizationChart"/>
    <dgm:cxn modelId="{10F8A0CE-8DBD-454F-BB1F-0D81E6407718}" type="presParOf" srcId="{45ACBC48-2494-3D49-AB7B-D30E1487F336}" destId="{A1E81A7F-836C-474D-9D2E-0AB257176D78}" srcOrd="2" destOrd="0" presId="urn:microsoft.com/office/officeart/2009/3/layout/HorizontalOrganizationChart"/>
    <dgm:cxn modelId="{4217F510-7338-974A-A75A-3D4C9885FC1E}" type="presParOf" srcId="{1A031A6F-AD94-0E41-93FC-E02A55207699}" destId="{37AE06E3-EA8A-7149-B09C-1A4B6E985C67}" srcOrd="2" destOrd="0" presId="urn:microsoft.com/office/officeart/2009/3/layout/HorizontalOrganizationChart"/>
    <dgm:cxn modelId="{102E3DCA-76C5-8B43-A90D-B9D86A2617AB}" type="presParOf" srcId="{91FC1829-D0F7-0744-BAD7-B123ACE3C99D}" destId="{35474E2A-7A3F-4443-A96E-AD301851B369}" srcOrd="1" destOrd="0" presId="urn:microsoft.com/office/officeart/2009/3/layout/HorizontalOrganizationChart"/>
    <dgm:cxn modelId="{D1576602-8EAC-5F47-8C27-E07A7C97352E}" type="presParOf" srcId="{35474E2A-7A3F-4443-A96E-AD301851B369}" destId="{EBECEC78-1893-4048-9645-86EF1EDD21BC}" srcOrd="0" destOrd="0" presId="urn:microsoft.com/office/officeart/2009/3/layout/HorizontalOrganizationChart"/>
    <dgm:cxn modelId="{C4C17B23-0621-9F44-B52A-AF022DA3362B}" type="presParOf" srcId="{EBECEC78-1893-4048-9645-86EF1EDD21BC}" destId="{7BD05D96-2BA6-2641-A2AF-FCA31CEAC7D1}" srcOrd="0" destOrd="0" presId="urn:microsoft.com/office/officeart/2009/3/layout/HorizontalOrganizationChart"/>
    <dgm:cxn modelId="{EB0E7ADC-E360-6943-895A-8C24F1EFF6D1}" type="presParOf" srcId="{EBECEC78-1893-4048-9645-86EF1EDD21BC}" destId="{EBE3C3B5-051A-5B41-A11E-0A1C77EB9123}" srcOrd="1" destOrd="0" presId="urn:microsoft.com/office/officeart/2009/3/layout/HorizontalOrganizationChart"/>
    <dgm:cxn modelId="{AE1EE111-698A-2D4F-98CE-1F8503274481}" type="presParOf" srcId="{35474E2A-7A3F-4443-A96E-AD301851B369}" destId="{9A6A3768-86F4-E340-AEA5-83F2195708DB}" srcOrd="1" destOrd="0" presId="urn:microsoft.com/office/officeart/2009/3/layout/HorizontalOrganizationChart"/>
    <dgm:cxn modelId="{20F45DA7-5ABE-2447-BBD0-1797A8CA2E92}" type="presParOf" srcId="{35474E2A-7A3F-4443-A96E-AD301851B369}" destId="{7234D6A5-7290-DD46-9C46-D579DD1C12F2}" srcOrd="2" destOrd="0" presId="urn:microsoft.com/office/officeart/2009/3/layout/HorizontalOrganizationChart"/>
    <dgm:cxn modelId="{280FDA74-3E23-A044-B908-AB40964F298B}" type="presParOf" srcId="{91FC1829-D0F7-0744-BAD7-B123ACE3C99D}" destId="{02D4308A-F952-C143-82CD-D9AF16F48B0A}" srcOrd="2" destOrd="0" presId="urn:microsoft.com/office/officeart/2009/3/layout/HorizontalOrganizationChart"/>
    <dgm:cxn modelId="{0BAA6E43-ECB6-3E4E-B607-D8D6F8F72AB8}" type="presParOf" srcId="{02D4308A-F952-C143-82CD-D9AF16F48B0A}" destId="{516A94B3-3D3B-0040-883C-25EFA7BC1C3A}" srcOrd="0" destOrd="0" presId="urn:microsoft.com/office/officeart/2009/3/layout/HorizontalOrganizationChart"/>
    <dgm:cxn modelId="{9BEC2B44-F31B-1F42-AEB4-B8DB0642967A}" type="presParOf" srcId="{516A94B3-3D3B-0040-883C-25EFA7BC1C3A}" destId="{3C945D1A-7BBB-E64B-948D-70A35922337B}" srcOrd="0" destOrd="0" presId="urn:microsoft.com/office/officeart/2009/3/layout/HorizontalOrganizationChart"/>
    <dgm:cxn modelId="{D63A2D63-EE5A-5B4B-9C1C-51DB11C50AD2}" type="presParOf" srcId="{516A94B3-3D3B-0040-883C-25EFA7BC1C3A}" destId="{CDAFA938-A484-044A-92F0-3162D01B61BC}" srcOrd="1" destOrd="0" presId="urn:microsoft.com/office/officeart/2009/3/layout/HorizontalOrganizationChart"/>
    <dgm:cxn modelId="{49ADBAB7-827F-984B-AADF-E58EDEF4E7F6}" type="presParOf" srcId="{02D4308A-F952-C143-82CD-D9AF16F48B0A}" destId="{0878B02C-76EC-0C42-8D20-D20705BA7E9A}" srcOrd="1" destOrd="0" presId="urn:microsoft.com/office/officeart/2009/3/layout/HorizontalOrganizationChart"/>
    <dgm:cxn modelId="{E746F750-80BF-D041-9286-85934A2780C5}" type="presParOf" srcId="{02D4308A-F952-C143-82CD-D9AF16F48B0A}" destId="{07BE8241-6DBF-574E-A9C4-032445E47C1A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245A9CC-54A2-43FC-898F-7D38E2C62ED1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BF4A4F4-CF9C-4DD1-8284-B00DD7DA3F62}">
      <dgm:prSet/>
      <dgm:spPr/>
      <dgm:t>
        <a:bodyPr/>
        <a:lstStyle/>
        <a:p>
          <a:r>
            <a:rPr lang="en-US" b="1"/>
            <a:t>Cleanliness</a:t>
          </a:r>
          <a:r>
            <a:rPr lang="en-US"/>
            <a:t> is the strongest continuous predictor.</a:t>
          </a:r>
        </a:p>
      </dgm:t>
    </dgm:pt>
    <dgm:pt modelId="{5AB750ED-953A-485D-8417-BECCB3D91877}" type="parTrans" cxnId="{B1B2C621-B63B-4A7F-B090-5C7FD2AB38A9}">
      <dgm:prSet/>
      <dgm:spPr/>
      <dgm:t>
        <a:bodyPr/>
        <a:lstStyle/>
        <a:p>
          <a:endParaRPr lang="en-US"/>
        </a:p>
      </dgm:t>
    </dgm:pt>
    <dgm:pt modelId="{FBC91580-75FF-4841-BB16-036966447635}" type="sibTrans" cxnId="{B1B2C621-B63B-4A7F-B090-5C7FD2AB38A9}">
      <dgm:prSet/>
      <dgm:spPr/>
      <dgm:t>
        <a:bodyPr/>
        <a:lstStyle/>
        <a:p>
          <a:endParaRPr lang="en-US"/>
        </a:p>
      </dgm:t>
    </dgm:pt>
    <dgm:pt modelId="{77F3DDE6-D1D9-4F19-AA51-A850DDF52AD8}">
      <dgm:prSet/>
      <dgm:spPr/>
      <dgm:t>
        <a:bodyPr/>
        <a:lstStyle/>
        <a:p>
          <a:r>
            <a:rPr lang="en-US"/>
            <a:t>Booking channel and travel type show </a:t>
          </a:r>
          <a:r>
            <a:rPr lang="en-US" b="1"/>
            <a:t>significant practical effects</a:t>
          </a:r>
          <a:r>
            <a:rPr lang="en-US"/>
            <a:t>.</a:t>
          </a:r>
        </a:p>
      </dgm:t>
    </dgm:pt>
    <dgm:pt modelId="{C14D1E0A-D005-4F24-B489-6A2F670E3CA8}" type="parTrans" cxnId="{6DD2370A-2B49-4124-B35C-4D2F87AC2ACD}">
      <dgm:prSet/>
      <dgm:spPr/>
      <dgm:t>
        <a:bodyPr/>
        <a:lstStyle/>
        <a:p>
          <a:endParaRPr lang="en-US"/>
        </a:p>
      </dgm:t>
    </dgm:pt>
    <dgm:pt modelId="{85408F21-15F3-428D-8F4C-950E05478B97}" type="sibTrans" cxnId="{6DD2370A-2B49-4124-B35C-4D2F87AC2ACD}">
      <dgm:prSet/>
      <dgm:spPr/>
      <dgm:t>
        <a:bodyPr/>
        <a:lstStyle/>
        <a:p>
          <a:endParaRPr lang="en-US"/>
        </a:p>
      </dgm:t>
    </dgm:pt>
    <dgm:pt modelId="{63DFABBA-1D8A-4ED6-BC60-589035D7751D}">
      <dgm:prSet/>
      <dgm:spPr/>
      <dgm:t>
        <a:bodyPr/>
        <a:lstStyle/>
        <a:p>
          <a:r>
            <a:rPr lang="en-US"/>
            <a:t>Gender and age have </a:t>
          </a:r>
          <a:r>
            <a:rPr lang="en-US" b="1"/>
            <a:t>little impact</a:t>
          </a:r>
          <a:r>
            <a:rPr lang="en-US"/>
            <a:t>.</a:t>
          </a:r>
        </a:p>
      </dgm:t>
    </dgm:pt>
    <dgm:pt modelId="{8341B7F6-00C6-4726-9B7B-542A32E4E2B0}" type="parTrans" cxnId="{662B62B9-7DEC-471C-BB1A-2758C658B56A}">
      <dgm:prSet/>
      <dgm:spPr/>
      <dgm:t>
        <a:bodyPr/>
        <a:lstStyle/>
        <a:p>
          <a:endParaRPr lang="en-US"/>
        </a:p>
      </dgm:t>
    </dgm:pt>
    <dgm:pt modelId="{88BA3D55-8C67-4FEB-97D6-52499808882A}" type="sibTrans" cxnId="{662B62B9-7DEC-471C-BB1A-2758C658B56A}">
      <dgm:prSet/>
      <dgm:spPr/>
      <dgm:t>
        <a:bodyPr/>
        <a:lstStyle/>
        <a:p>
          <a:endParaRPr lang="en-US"/>
        </a:p>
      </dgm:t>
    </dgm:pt>
    <dgm:pt modelId="{430C16EA-712A-5244-A5A7-769B2AA98A40}" type="pres">
      <dgm:prSet presAssocID="{D245A9CC-54A2-43FC-898F-7D38E2C62ED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B832478-A7B3-9748-8992-870D5F51E2E3}" type="pres">
      <dgm:prSet presAssocID="{BBF4A4F4-CF9C-4DD1-8284-B00DD7DA3F62}" presName="hierRoot1" presStyleCnt="0"/>
      <dgm:spPr/>
    </dgm:pt>
    <dgm:pt modelId="{0F3D97BE-0D41-CC4C-AAA7-A7FAEF47559F}" type="pres">
      <dgm:prSet presAssocID="{BBF4A4F4-CF9C-4DD1-8284-B00DD7DA3F62}" presName="composite" presStyleCnt="0"/>
      <dgm:spPr/>
    </dgm:pt>
    <dgm:pt modelId="{DF8E178A-324D-C84C-B094-B3CF042D9CCF}" type="pres">
      <dgm:prSet presAssocID="{BBF4A4F4-CF9C-4DD1-8284-B00DD7DA3F62}" presName="background" presStyleLbl="node0" presStyleIdx="0" presStyleCnt="3"/>
      <dgm:spPr/>
    </dgm:pt>
    <dgm:pt modelId="{8A32CBD4-6463-7047-83B7-C033C9CB5844}" type="pres">
      <dgm:prSet presAssocID="{BBF4A4F4-CF9C-4DD1-8284-B00DD7DA3F62}" presName="text" presStyleLbl="fgAcc0" presStyleIdx="0" presStyleCnt="3">
        <dgm:presLayoutVars>
          <dgm:chPref val="3"/>
        </dgm:presLayoutVars>
      </dgm:prSet>
      <dgm:spPr/>
    </dgm:pt>
    <dgm:pt modelId="{6A91DF89-99B6-6347-9DBA-6C6226170202}" type="pres">
      <dgm:prSet presAssocID="{BBF4A4F4-CF9C-4DD1-8284-B00DD7DA3F62}" presName="hierChild2" presStyleCnt="0"/>
      <dgm:spPr/>
    </dgm:pt>
    <dgm:pt modelId="{A01051E0-7628-C841-A137-9416729114C9}" type="pres">
      <dgm:prSet presAssocID="{77F3DDE6-D1D9-4F19-AA51-A850DDF52AD8}" presName="hierRoot1" presStyleCnt="0"/>
      <dgm:spPr/>
    </dgm:pt>
    <dgm:pt modelId="{930E90E1-5ECC-8C46-8471-4F80F78F9ACA}" type="pres">
      <dgm:prSet presAssocID="{77F3DDE6-D1D9-4F19-AA51-A850DDF52AD8}" presName="composite" presStyleCnt="0"/>
      <dgm:spPr/>
    </dgm:pt>
    <dgm:pt modelId="{03A7E01C-BDBC-9E40-B178-68B1362F890A}" type="pres">
      <dgm:prSet presAssocID="{77F3DDE6-D1D9-4F19-AA51-A850DDF52AD8}" presName="background" presStyleLbl="node0" presStyleIdx="1" presStyleCnt="3"/>
      <dgm:spPr/>
    </dgm:pt>
    <dgm:pt modelId="{28AFD4A5-F8C9-C84B-B6C0-ACB978766130}" type="pres">
      <dgm:prSet presAssocID="{77F3DDE6-D1D9-4F19-AA51-A850DDF52AD8}" presName="text" presStyleLbl="fgAcc0" presStyleIdx="1" presStyleCnt="3">
        <dgm:presLayoutVars>
          <dgm:chPref val="3"/>
        </dgm:presLayoutVars>
      </dgm:prSet>
      <dgm:spPr/>
    </dgm:pt>
    <dgm:pt modelId="{9FCB9F1B-0CA9-814E-B91D-2CD1C645B731}" type="pres">
      <dgm:prSet presAssocID="{77F3DDE6-D1D9-4F19-AA51-A850DDF52AD8}" presName="hierChild2" presStyleCnt="0"/>
      <dgm:spPr/>
    </dgm:pt>
    <dgm:pt modelId="{8D42B348-6E37-9940-93D8-CA14AC0C5AA1}" type="pres">
      <dgm:prSet presAssocID="{63DFABBA-1D8A-4ED6-BC60-589035D7751D}" presName="hierRoot1" presStyleCnt="0"/>
      <dgm:spPr/>
    </dgm:pt>
    <dgm:pt modelId="{720F7C0E-6400-AB4E-B351-2A8AF650B376}" type="pres">
      <dgm:prSet presAssocID="{63DFABBA-1D8A-4ED6-BC60-589035D7751D}" presName="composite" presStyleCnt="0"/>
      <dgm:spPr/>
    </dgm:pt>
    <dgm:pt modelId="{9589EB65-964A-9E41-ACF4-BE0494285C43}" type="pres">
      <dgm:prSet presAssocID="{63DFABBA-1D8A-4ED6-BC60-589035D7751D}" presName="background" presStyleLbl="node0" presStyleIdx="2" presStyleCnt="3"/>
      <dgm:spPr/>
    </dgm:pt>
    <dgm:pt modelId="{CA288887-2577-E740-B4FB-290DF987D773}" type="pres">
      <dgm:prSet presAssocID="{63DFABBA-1D8A-4ED6-BC60-589035D7751D}" presName="text" presStyleLbl="fgAcc0" presStyleIdx="2" presStyleCnt="3">
        <dgm:presLayoutVars>
          <dgm:chPref val="3"/>
        </dgm:presLayoutVars>
      </dgm:prSet>
      <dgm:spPr/>
    </dgm:pt>
    <dgm:pt modelId="{B2DB0323-BD4B-174E-A163-01B98999D749}" type="pres">
      <dgm:prSet presAssocID="{63DFABBA-1D8A-4ED6-BC60-589035D7751D}" presName="hierChild2" presStyleCnt="0"/>
      <dgm:spPr/>
    </dgm:pt>
  </dgm:ptLst>
  <dgm:cxnLst>
    <dgm:cxn modelId="{6DD2370A-2B49-4124-B35C-4D2F87AC2ACD}" srcId="{D245A9CC-54A2-43FC-898F-7D38E2C62ED1}" destId="{77F3DDE6-D1D9-4F19-AA51-A850DDF52AD8}" srcOrd="1" destOrd="0" parTransId="{C14D1E0A-D005-4F24-B489-6A2F670E3CA8}" sibTransId="{85408F21-15F3-428D-8F4C-950E05478B97}"/>
    <dgm:cxn modelId="{855E791B-66BC-E047-AD81-50B3374B9125}" type="presOf" srcId="{BBF4A4F4-CF9C-4DD1-8284-B00DD7DA3F62}" destId="{8A32CBD4-6463-7047-83B7-C033C9CB5844}" srcOrd="0" destOrd="0" presId="urn:microsoft.com/office/officeart/2005/8/layout/hierarchy1"/>
    <dgm:cxn modelId="{B1B2C621-B63B-4A7F-B090-5C7FD2AB38A9}" srcId="{D245A9CC-54A2-43FC-898F-7D38E2C62ED1}" destId="{BBF4A4F4-CF9C-4DD1-8284-B00DD7DA3F62}" srcOrd="0" destOrd="0" parTransId="{5AB750ED-953A-485D-8417-BECCB3D91877}" sibTransId="{FBC91580-75FF-4841-BB16-036966447635}"/>
    <dgm:cxn modelId="{05A29A4F-E18F-1A4E-9A78-35B07D2015AB}" type="presOf" srcId="{D245A9CC-54A2-43FC-898F-7D38E2C62ED1}" destId="{430C16EA-712A-5244-A5A7-769B2AA98A40}" srcOrd="0" destOrd="0" presId="urn:microsoft.com/office/officeart/2005/8/layout/hierarchy1"/>
    <dgm:cxn modelId="{662B62B9-7DEC-471C-BB1A-2758C658B56A}" srcId="{D245A9CC-54A2-43FC-898F-7D38E2C62ED1}" destId="{63DFABBA-1D8A-4ED6-BC60-589035D7751D}" srcOrd="2" destOrd="0" parTransId="{8341B7F6-00C6-4726-9B7B-542A32E4E2B0}" sibTransId="{88BA3D55-8C67-4FEB-97D6-52499808882A}"/>
    <dgm:cxn modelId="{80069BC4-5AF2-874C-91D7-EBAD82E9D6DB}" type="presOf" srcId="{63DFABBA-1D8A-4ED6-BC60-589035D7751D}" destId="{CA288887-2577-E740-B4FB-290DF987D773}" srcOrd="0" destOrd="0" presId="urn:microsoft.com/office/officeart/2005/8/layout/hierarchy1"/>
    <dgm:cxn modelId="{72E7E0E9-1492-5543-B791-3F37AC8DD64B}" type="presOf" srcId="{77F3DDE6-D1D9-4F19-AA51-A850DDF52AD8}" destId="{28AFD4A5-F8C9-C84B-B6C0-ACB978766130}" srcOrd="0" destOrd="0" presId="urn:microsoft.com/office/officeart/2005/8/layout/hierarchy1"/>
    <dgm:cxn modelId="{FE74552B-3687-074B-8F89-505DD9F9985D}" type="presParOf" srcId="{430C16EA-712A-5244-A5A7-769B2AA98A40}" destId="{BB832478-A7B3-9748-8992-870D5F51E2E3}" srcOrd="0" destOrd="0" presId="urn:microsoft.com/office/officeart/2005/8/layout/hierarchy1"/>
    <dgm:cxn modelId="{D69F4A5A-D82A-A341-AC25-4E0118EA67E4}" type="presParOf" srcId="{BB832478-A7B3-9748-8992-870D5F51E2E3}" destId="{0F3D97BE-0D41-CC4C-AAA7-A7FAEF47559F}" srcOrd="0" destOrd="0" presId="urn:microsoft.com/office/officeart/2005/8/layout/hierarchy1"/>
    <dgm:cxn modelId="{669B606E-C7A4-A248-AD90-006BECE4FB52}" type="presParOf" srcId="{0F3D97BE-0D41-CC4C-AAA7-A7FAEF47559F}" destId="{DF8E178A-324D-C84C-B094-B3CF042D9CCF}" srcOrd="0" destOrd="0" presId="urn:microsoft.com/office/officeart/2005/8/layout/hierarchy1"/>
    <dgm:cxn modelId="{BB1199BF-5FB8-3A49-B978-153E57A770F4}" type="presParOf" srcId="{0F3D97BE-0D41-CC4C-AAA7-A7FAEF47559F}" destId="{8A32CBD4-6463-7047-83B7-C033C9CB5844}" srcOrd="1" destOrd="0" presId="urn:microsoft.com/office/officeart/2005/8/layout/hierarchy1"/>
    <dgm:cxn modelId="{BE5435A1-2BD1-2F41-95FB-1DBFA90231F1}" type="presParOf" srcId="{BB832478-A7B3-9748-8992-870D5F51E2E3}" destId="{6A91DF89-99B6-6347-9DBA-6C6226170202}" srcOrd="1" destOrd="0" presId="urn:microsoft.com/office/officeart/2005/8/layout/hierarchy1"/>
    <dgm:cxn modelId="{51935D0C-2773-7F4A-87ED-E73A28E23CEF}" type="presParOf" srcId="{430C16EA-712A-5244-A5A7-769B2AA98A40}" destId="{A01051E0-7628-C841-A137-9416729114C9}" srcOrd="1" destOrd="0" presId="urn:microsoft.com/office/officeart/2005/8/layout/hierarchy1"/>
    <dgm:cxn modelId="{6A5B03B6-E109-C241-BC51-F7CD922B6B51}" type="presParOf" srcId="{A01051E0-7628-C841-A137-9416729114C9}" destId="{930E90E1-5ECC-8C46-8471-4F80F78F9ACA}" srcOrd="0" destOrd="0" presId="urn:microsoft.com/office/officeart/2005/8/layout/hierarchy1"/>
    <dgm:cxn modelId="{5B3E09A5-90E0-034E-83E6-F9FD0602C1C4}" type="presParOf" srcId="{930E90E1-5ECC-8C46-8471-4F80F78F9ACA}" destId="{03A7E01C-BDBC-9E40-B178-68B1362F890A}" srcOrd="0" destOrd="0" presId="urn:microsoft.com/office/officeart/2005/8/layout/hierarchy1"/>
    <dgm:cxn modelId="{74CEE9C2-AD2E-0844-B7B0-B8EED8DF0673}" type="presParOf" srcId="{930E90E1-5ECC-8C46-8471-4F80F78F9ACA}" destId="{28AFD4A5-F8C9-C84B-B6C0-ACB978766130}" srcOrd="1" destOrd="0" presId="urn:microsoft.com/office/officeart/2005/8/layout/hierarchy1"/>
    <dgm:cxn modelId="{A736ABCD-36C4-2649-87F3-2AB6BD715388}" type="presParOf" srcId="{A01051E0-7628-C841-A137-9416729114C9}" destId="{9FCB9F1B-0CA9-814E-B91D-2CD1C645B731}" srcOrd="1" destOrd="0" presId="urn:microsoft.com/office/officeart/2005/8/layout/hierarchy1"/>
    <dgm:cxn modelId="{81F219CA-3CC9-E342-9FD2-923C773BA82F}" type="presParOf" srcId="{430C16EA-712A-5244-A5A7-769B2AA98A40}" destId="{8D42B348-6E37-9940-93D8-CA14AC0C5AA1}" srcOrd="2" destOrd="0" presId="urn:microsoft.com/office/officeart/2005/8/layout/hierarchy1"/>
    <dgm:cxn modelId="{0866C454-922E-D54B-B8AF-78BCF4D56413}" type="presParOf" srcId="{8D42B348-6E37-9940-93D8-CA14AC0C5AA1}" destId="{720F7C0E-6400-AB4E-B351-2A8AF650B376}" srcOrd="0" destOrd="0" presId="urn:microsoft.com/office/officeart/2005/8/layout/hierarchy1"/>
    <dgm:cxn modelId="{8215BF19-3E91-2743-A248-4AD061FF6654}" type="presParOf" srcId="{720F7C0E-6400-AB4E-B351-2A8AF650B376}" destId="{9589EB65-964A-9E41-ACF4-BE0494285C43}" srcOrd="0" destOrd="0" presId="urn:microsoft.com/office/officeart/2005/8/layout/hierarchy1"/>
    <dgm:cxn modelId="{A7E01CE8-290B-E54F-9B3A-90030CC3F1FC}" type="presParOf" srcId="{720F7C0E-6400-AB4E-B351-2A8AF650B376}" destId="{CA288887-2577-E740-B4FB-290DF987D773}" srcOrd="1" destOrd="0" presId="urn:microsoft.com/office/officeart/2005/8/layout/hierarchy1"/>
    <dgm:cxn modelId="{6CBF2F71-3228-1B45-9DF9-BB93F349E062}" type="presParOf" srcId="{8D42B348-6E37-9940-93D8-CA14AC0C5AA1}" destId="{B2DB0323-BD4B-174E-A163-01B98999D74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B4E171A-4EAC-4095-98E2-91779C88A4A3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00AB2C0-BC89-4E6E-A1F6-414C508C786C}">
      <dgm:prSet/>
      <dgm:spPr/>
      <dgm:t>
        <a:bodyPr/>
        <a:lstStyle/>
        <a:p>
          <a:r>
            <a:rPr lang="en-US" dirty="0"/>
            <a:t>Prioritize Cleanliness</a:t>
          </a:r>
        </a:p>
      </dgm:t>
    </dgm:pt>
    <dgm:pt modelId="{589C074D-62E2-4CDA-B8B3-984396C6132C}" type="parTrans" cxnId="{C112FDA7-FA69-4D06-A482-21D809115FCD}">
      <dgm:prSet/>
      <dgm:spPr/>
      <dgm:t>
        <a:bodyPr/>
        <a:lstStyle/>
        <a:p>
          <a:endParaRPr lang="en-US"/>
        </a:p>
      </dgm:t>
    </dgm:pt>
    <dgm:pt modelId="{AA42AE77-1D61-468C-A069-E1C4CE444A81}" type="sibTrans" cxnId="{C112FDA7-FA69-4D06-A482-21D809115FCD}">
      <dgm:prSet/>
      <dgm:spPr/>
      <dgm:t>
        <a:bodyPr/>
        <a:lstStyle/>
        <a:p>
          <a:endParaRPr lang="en-US"/>
        </a:p>
      </dgm:t>
    </dgm:pt>
    <dgm:pt modelId="{452BBB8E-5143-4F8E-9BBD-9C0E5D9F70D3}">
      <dgm:prSet/>
      <dgm:spPr/>
      <dgm:t>
        <a:bodyPr/>
        <a:lstStyle/>
        <a:p>
          <a:r>
            <a:rPr lang="en-US"/>
            <a:t>Improve Direct Booking Experience</a:t>
          </a:r>
        </a:p>
      </dgm:t>
    </dgm:pt>
    <dgm:pt modelId="{1810EC5E-FAEE-4E8B-BF93-444401D5575A}" type="parTrans" cxnId="{0A22D90D-5AF7-4B0B-952C-130770741009}">
      <dgm:prSet/>
      <dgm:spPr/>
      <dgm:t>
        <a:bodyPr/>
        <a:lstStyle/>
        <a:p>
          <a:endParaRPr lang="en-US"/>
        </a:p>
      </dgm:t>
    </dgm:pt>
    <dgm:pt modelId="{E2FAAB5E-343B-4E08-BEC9-07802638EA61}" type="sibTrans" cxnId="{0A22D90D-5AF7-4B0B-952C-130770741009}">
      <dgm:prSet/>
      <dgm:spPr/>
      <dgm:t>
        <a:bodyPr/>
        <a:lstStyle/>
        <a:p>
          <a:endParaRPr lang="en-US"/>
        </a:p>
      </dgm:t>
    </dgm:pt>
    <dgm:pt modelId="{E13EA175-164A-4E1F-B05F-AB6237EBEE25}">
      <dgm:prSet/>
      <dgm:spPr/>
      <dgm:t>
        <a:bodyPr/>
        <a:lstStyle/>
        <a:p>
          <a:r>
            <a:rPr lang="en-US"/>
            <a:t>Personalize for Independent Travelers</a:t>
          </a:r>
        </a:p>
      </dgm:t>
    </dgm:pt>
    <dgm:pt modelId="{9A68C65B-E69B-4F58-A658-922EA4E3C5CE}" type="parTrans" cxnId="{1C33EDCC-FE6C-4ECC-9168-ED5ABD6199C2}">
      <dgm:prSet/>
      <dgm:spPr/>
      <dgm:t>
        <a:bodyPr/>
        <a:lstStyle/>
        <a:p>
          <a:endParaRPr lang="en-US"/>
        </a:p>
      </dgm:t>
    </dgm:pt>
    <dgm:pt modelId="{1E76F92E-D621-4A7A-94E5-4D4067E4D8D8}" type="sibTrans" cxnId="{1C33EDCC-FE6C-4ECC-9168-ED5ABD6199C2}">
      <dgm:prSet/>
      <dgm:spPr/>
      <dgm:t>
        <a:bodyPr/>
        <a:lstStyle/>
        <a:p>
          <a:endParaRPr lang="en-US"/>
        </a:p>
      </dgm:t>
    </dgm:pt>
    <dgm:pt modelId="{F4370D40-EE67-4F96-A7FF-1BAADC814DE4}">
      <dgm:prSet/>
      <dgm:spPr/>
      <dgm:t>
        <a:bodyPr/>
        <a:lstStyle/>
        <a:p>
          <a:r>
            <a:rPr lang="en-US"/>
            <a:t>Demographics Play a Minor Role</a:t>
          </a:r>
        </a:p>
      </dgm:t>
    </dgm:pt>
    <dgm:pt modelId="{0687C5EE-D9A4-41BB-A9CB-33318FCEA4E4}" type="parTrans" cxnId="{0F0192EB-4C61-4E98-9E8E-08FBD9FF2517}">
      <dgm:prSet/>
      <dgm:spPr/>
      <dgm:t>
        <a:bodyPr/>
        <a:lstStyle/>
        <a:p>
          <a:endParaRPr lang="en-US"/>
        </a:p>
      </dgm:t>
    </dgm:pt>
    <dgm:pt modelId="{5760EE1E-998F-4E00-96EF-4172A9C603E4}" type="sibTrans" cxnId="{0F0192EB-4C61-4E98-9E8E-08FBD9FF2517}">
      <dgm:prSet/>
      <dgm:spPr/>
      <dgm:t>
        <a:bodyPr/>
        <a:lstStyle/>
        <a:p>
          <a:endParaRPr lang="en-US"/>
        </a:p>
      </dgm:t>
    </dgm:pt>
    <dgm:pt modelId="{5CB2394B-4EBE-9446-B2B5-D1410D107D5D}" type="pres">
      <dgm:prSet presAssocID="{3B4E171A-4EAC-4095-98E2-91779C88A4A3}" presName="vert0" presStyleCnt="0">
        <dgm:presLayoutVars>
          <dgm:dir/>
          <dgm:animOne val="branch"/>
          <dgm:animLvl val="lvl"/>
        </dgm:presLayoutVars>
      </dgm:prSet>
      <dgm:spPr/>
    </dgm:pt>
    <dgm:pt modelId="{1C3470C8-94D9-8E47-BF3C-1F65D98C937B}" type="pres">
      <dgm:prSet presAssocID="{F00AB2C0-BC89-4E6E-A1F6-414C508C786C}" presName="thickLine" presStyleLbl="alignNode1" presStyleIdx="0" presStyleCnt="4"/>
      <dgm:spPr/>
    </dgm:pt>
    <dgm:pt modelId="{63F3E266-CA2D-6749-9EDC-0A5E7ECDAA64}" type="pres">
      <dgm:prSet presAssocID="{F00AB2C0-BC89-4E6E-A1F6-414C508C786C}" presName="horz1" presStyleCnt="0"/>
      <dgm:spPr/>
    </dgm:pt>
    <dgm:pt modelId="{6B41199E-D242-9F4E-B2E7-2D976E732481}" type="pres">
      <dgm:prSet presAssocID="{F00AB2C0-BC89-4E6E-A1F6-414C508C786C}" presName="tx1" presStyleLbl="revTx" presStyleIdx="0" presStyleCnt="4"/>
      <dgm:spPr/>
    </dgm:pt>
    <dgm:pt modelId="{C7D7E8DC-95FB-034C-86B6-F295DD920175}" type="pres">
      <dgm:prSet presAssocID="{F00AB2C0-BC89-4E6E-A1F6-414C508C786C}" presName="vert1" presStyleCnt="0"/>
      <dgm:spPr/>
    </dgm:pt>
    <dgm:pt modelId="{CBAE6E01-0A57-A842-9D56-F8FED671B697}" type="pres">
      <dgm:prSet presAssocID="{452BBB8E-5143-4F8E-9BBD-9C0E5D9F70D3}" presName="thickLine" presStyleLbl="alignNode1" presStyleIdx="1" presStyleCnt="4"/>
      <dgm:spPr/>
    </dgm:pt>
    <dgm:pt modelId="{151B7E48-E0B7-FE4A-BCA2-11B153B819DD}" type="pres">
      <dgm:prSet presAssocID="{452BBB8E-5143-4F8E-9BBD-9C0E5D9F70D3}" presName="horz1" presStyleCnt="0"/>
      <dgm:spPr/>
    </dgm:pt>
    <dgm:pt modelId="{ECCD0E36-390F-2D40-8B04-000BE7D79612}" type="pres">
      <dgm:prSet presAssocID="{452BBB8E-5143-4F8E-9BBD-9C0E5D9F70D3}" presName="tx1" presStyleLbl="revTx" presStyleIdx="1" presStyleCnt="4"/>
      <dgm:spPr/>
    </dgm:pt>
    <dgm:pt modelId="{3C2EC4C6-2478-8E4E-B6DF-7363B5B6D744}" type="pres">
      <dgm:prSet presAssocID="{452BBB8E-5143-4F8E-9BBD-9C0E5D9F70D3}" presName="vert1" presStyleCnt="0"/>
      <dgm:spPr/>
    </dgm:pt>
    <dgm:pt modelId="{35200E84-B8A6-BB42-9CEF-955F8C10ADE5}" type="pres">
      <dgm:prSet presAssocID="{E13EA175-164A-4E1F-B05F-AB6237EBEE25}" presName="thickLine" presStyleLbl="alignNode1" presStyleIdx="2" presStyleCnt="4"/>
      <dgm:spPr/>
    </dgm:pt>
    <dgm:pt modelId="{0D077F9A-9B80-A441-B7E1-E09B7C63D92A}" type="pres">
      <dgm:prSet presAssocID="{E13EA175-164A-4E1F-B05F-AB6237EBEE25}" presName="horz1" presStyleCnt="0"/>
      <dgm:spPr/>
    </dgm:pt>
    <dgm:pt modelId="{16CE55E7-1EEA-8747-8F6B-73FB5F682214}" type="pres">
      <dgm:prSet presAssocID="{E13EA175-164A-4E1F-B05F-AB6237EBEE25}" presName="tx1" presStyleLbl="revTx" presStyleIdx="2" presStyleCnt="4"/>
      <dgm:spPr/>
    </dgm:pt>
    <dgm:pt modelId="{AAA1F616-B769-514A-A10C-109799F0B084}" type="pres">
      <dgm:prSet presAssocID="{E13EA175-164A-4E1F-B05F-AB6237EBEE25}" presName="vert1" presStyleCnt="0"/>
      <dgm:spPr/>
    </dgm:pt>
    <dgm:pt modelId="{391F8B7F-3885-A84B-B0F1-F0E6BCA4450B}" type="pres">
      <dgm:prSet presAssocID="{F4370D40-EE67-4F96-A7FF-1BAADC814DE4}" presName="thickLine" presStyleLbl="alignNode1" presStyleIdx="3" presStyleCnt="4"/>
      <dgm:spPr/>
    </dgm:pt>
    <dgm:pt modelId="{E46DC591-F05D-DE4B-A738-7BB1784DA036}" type="pres">
      <dgm:prSet presAssocID="{F4370D40-EE67-4F96-A7FF-1BAADC814DE4}" presName="horz1" presStyleCnt="0"/>
      <dgm:spPr/>
    </dgm:pt>
    <dgm:pt modelId="{8083A063-38BE-5F48-A28E-82F33BD4F110}" type="pres">
      <dgm:prSet presAssocID="{F4370D40-EE67-4F96-A7FF-1BAADC814DE4}" presName="tx1" presStyleLbl="revTx" presStyleIdx="3" presStyleCnt="4"/>
      <dgm:spPr/>
    </dgm:pt>
    <dgm:pt modelId="{438F88D6-06EF-1049-BE40-FC47259C5174}" type="pres">
      <dgm:prSet presAssocID="{F4370D40-EE67-4F96-A7FF-1BAADC814DE4}" presName="vert1" presStyleCnt="0"/>
      <dgm:spPr/>
    </dgm:pt>
  </dgm:ptLst>
  <dgm:cxnLst>
    <dgm:cxn modelId="{0A22D90D-5AF7-4B0B-952C-130770741009}" srcId="{3B4E171A-4EAC-4095-98E2-91779C88A4A3}" destId="{452BBB8E-5143-4F8E-9BBD-9C0E5D9F70D3}" srcOrd="1" destOrd="0" parTransId="{1810EC5E-FAEE-4E8B-BF93-444401D5575A}" sibTransId="{E2FAAB5E-343B-4E08-BEC9-07802638EA61}"/>
    <dgm:cxn modelId="{A750BC7B-32B4-424B-BB41-D9473BB6D657}" type="presOf" srcId="{3B4E171A-4EAC-4095-98E2-91779C88A4A3}" destId="{5CB2394B-4EBE-9446-B2B5-D1410D107D5D}" srcOrd="0" destOrd="0" presId="urn:microsoft.com/office/officeart/2008/layout/LinedList"/>
    <dgm:cxn modelId="{C112FDA7-FA69-4D06-A482-21D809115FCD}" srcId="{3B4E171A-4EAC-4095-98E2-91779C88A4A3}" destId="{F00AB2C0-BC89-4E6E-A1F6-414C508C786C}" srcOrd="0" destOrd="0" parTransId="{589C074D-62E2-4CDA-B8B3-984396C6132C}" sibTransId="{AA42AE77-1D61-468C-A069-E1C4CE444A81}"/>
    <dgm:cxn modelId="{EC3DCEAA-8874-AF4B-8217-45C7C7D7C627}" type="presOf" srcId="{F00AB2C0-BC89-4E6E-A1F6-414C508C786C}" destId="{6B41199E-D242-9F4E-B2E7-2D976E732481}" srcOrd="0" destOrd="0" presId="urn:microsoft.com/office/officeart/2008/layout/LinedList"/>
    <dgm:cxn modelId="{F487BBAE-FCF5-C946-AC63-85F8987DF0C4}" type="presOf" srcId="{452BBB8E-5143-4F8E-9BBD-9C0E5D9F70D3}" destId="{ECCD0E36-390F-2D40-8B04-000BE7D79612}" srcOrd="0" destOrd="0" presId="urn:microsoft.com/office/officeart/2008/layout/LinedList"/>
    <dgm:cxn modelId="{1C33EDCC-FE6C-4ECC-9168-ED5ABD6199C2}" srcId="{3B4E171A-4EAC-4095-98E2-91779C88A4A3}" destId="{E13EA175-164A-4E1F-B05F-AB6237EBEE25}" srcOrd="2" destOrd="0" parTransId="{9A68C65B-E69B-4F58-A658-922EA4E3C5CE}" sibTransId="{1E76F92E-D621-4A7A-94E5-4D4067E4D8D8}"/>
    <dgm:cxn modelId="{0F0192EB-4C61-4E98-9E8E-08FBD9FF2517}" srcId="{3B4E171A-4EAC-4095-98E2-91779C88A4A3}" destId="{F4370D40-EE67-4F96-A7FF-1BAADC814DE4}" srcOrd="3" destOrd="0" parTransId="{0687C5EE-D9A4-41BB-A9CB-33318FCEA4E4}" sibTransId="{5760EE1E-998F-4E00-96EF-4172A9C603E4}"/>
    <dgm:cxn modelId="{C4D692F9-299F-D84C-BE25-F985A72C9DF7}" type="presOf" srcId="{F4370D40-EE67-4F96-A7FF-1BAADC814DE4}" destId="{8083A063-38BE-5F48-A28E-82F33BD4F110}" srcOrd="0" destOrd="0" presId="urn:microsoft.com/office/officeart/2008/layout/LinedList"/>
    <dgm:cxn modelId="{FAE960FA-A5F9-684D-BF77-B67A5C4A1CC9}" type="presOf" srcId="{E13EA175-164A-4E1F-B05F-AB6237EBEE25}" destId="{16CE55E7-1EEA-8747-8F6B-73FB5F682214}" srcOrd="0" destOrd="0" presId="urn:microsoft.com/office/officeart/2008/layout/LinedList"/>
    <dgm:cxn modelId="{BCE98EFE-1C1D-1044-9E5E-FC70B2E4D0A8}" type="presParOf" srcId="{5CB2394B-4EBE-9446-B2B5-D1410D107D5D}" destId="{1C3470C8-94D9-8E47-BF3C-1F65D98C937B}" srcOrd="0" destOrd="0" presId="urn:microsoft.com/office/officeart/2008/layout/LinedList"/>
    <dgm:cxn modelId="{ECE553D0-6AB1-3A42-ACAE-75A43B671CF5}" type="presParOf" srcId="{5CB2394B-4EBE-9446-B2B5-D1410D107D5D}" destId="{63F3E266-CA2D-6749-9EDC-0A5E7ECDAA64}" srcOrd="1" destOrd="0" presId="urn:microsoft.com/office/officeart/2008/layout/LinedList"/>
    <dgm:cxn modelId="{8AB04E6D-3E79-D040-8DB1-D650E2D57555}" type="presParOf" srcId="{63F3E266-CA2D-6749-9EDC-0A5E7ECDAA64}" destId="{6B41199E-D242-9F4E-B2E7-2D976E732481}" srcOrd="0" destOrd="0" presId="urn:microsoft.com/office/officeart/2008/layout/LinedList"/>
    <dgm:cxn modelId="{60C90ACA-8C4F-4642-AD83-40888C75247D}" type="presParOf" srcId="{63F3E266-CA2D-6749-9EDC-0A5E7ECDAA64}" destId="{C7D7E8DC-95FB-034C-86B6-F295DD920175}" srcOrd="1" destOrd="0" presId="urn:microsoft.com/office/officeart/2008/layout/LinedList"/>
    <dgm:cxn modelId="{8826462B-8705-5A44-BBB4-AC210F08F6DD}" type="presParOf" srcId="{5CB2394B-4EBE-9446-B2B5-D1410D107D5D}" destId="{CBAE6E01-0A57-A842-9D56-F8FED671B697}" srcOrd="2" destOrd="0" presId="urn:microsoft.com/office/officeart/2008/layout/LinedList"/>
    <dgm:cxn modelId="{1A3A9BFB-B73A-F94C-94FD-897F264BD131}" type="presParOf" srcId="{5CB2394B-4EBE-9446-B2B5-D1410D107D5D}" destId="{151B7E48-E0B7-FE4A-BCA2-11B153B819DD}" srcOrd="3" destOrd="0" presId="urn:microsoft.com/office/officeart/2008/layout/LinedList"/>
    <dgm:cxn modelId="{F5CBDFBE-2462-C447-AD14-578359EA8F2E}" type="presParOf" srcId="{151B7E48-E0B7-FE4A-BCA2-11B153B819DD}" destId="{ECCD0E36-390F-2D40-8B04-000BE7D79612}" srcOrd="0" destOrd="0" presId="urn:microsoft.com/office/officeart/2008/layout/LinedList"/>
    <dgm:cxn modelId="{761DE18B-13F5-A34E-A3FF-21CA36D1D2AA}" type="presParOf" srcId="{151B7E48-E0B7-FE4A-BCA2-11B153B819DD}" destId="{3C2EC4C6-2478-8E4E-B6DF-7363B5B6D744}" srcOrd="1" destOrd="0" presId="urn:microsoft.com/office/officeart/2008/layout/LinedList"/>
    <dgm:cxn modelId="{EFC43B2C-ADB8-5E43-ADB3-84DBB4441A08}" type="presParOf" srcId="{5CB2394B-4EBE-9446-B2B5-D1410D107D5D}" destId="{35200E84-B8A6-BB42-9CEF-955F8C10ADE5}" srcOrd="4" destOrd="0" presId="urn:microsoft.com/office/officeart/2008/layout/LinedList"/>
    <dgm:cxn modelId="{E146D562-5D38-9846-9163-20F43BDDF367}" type="presParOf" srcId="{5CB2394B-4EBE-9446-B2B5-D1410D107D5D}" destId="{0D077F9A-9B80-A441-B7E1-E09B7C63D92A}" srcOrd="5" destOrd="0" presId="urn:microsoft.com/office/officeart/2008/layout/LinedList"/>
    <dgm:cxn modelId="{F102761A-AA68-8B42-B729-45326F892862}" type="presParOf" srcId="{0D077F9A-9B80-A441-B7E1-E09B7C63D92A}" destId="{16CE55E7-1EEA-8747-8F6B-73FB5F682214}" srcOrd="0" destOrd="0" presId="urn:microsoft.com/office/officeart/2008/layout/LinedList"/>
    <dgm:cxn modelId="{2A178E7F-977F-FF47-B253-A738A693275F}" type="presParOf" srcId="{0D077F9A-9B80-A441-B7E1-E09B7C63D92A}" destId="{AAA1F616-B769-514A-A10C-109799F0B084}" srcOrd="1" destOrd="0" presId="urn:microsoft.com/office/officeart/2008/layout/LinedList"/>
    <dgm:cxn modelId="{9190C6E2-FB23-DA40-92B8-B4AA6E62E8AA}" type="presParOf" srcId="{5CB2394B-4EBE-9446-B2B5-D1410D107D5D}" destId="{391F8B7F-3885-A84B-B0F1-F0E6BCA4450B}" srcOrd="6" destOrd="0" presId="urn:microsoft.com/office/officeart/2008/layout/LinedList"/>
    <dgm:cxn modelId="{6A32943C-FF91-4149-8127-3DC9E9BF61AD}" type="presParOf" srcId="{5CB2394B-4EBE-9446-B2B5-D1410D107D5D}" destId="{E46DC591-F05D-DE4B-A738-7BB1784DA036}" srcOrd="7" destOrd="0" presId="urn:microsoft.com/office/officeart/2008/layout/LinedList"/>
    <dgm:cxn modelId="{CBB1FD67-DB26-AB41-8B1F-252EAD71F408}" type="presParOf" srcId="{E46DC591-F05D-DE4B-A738-7BB1784DA036}" destId="{8083A063-38BE-5F48-A28E-82F33BD4F110}" srcOrd="0" destOrd="0" presId="urn:microsoft.com/office/officeart/2008/layout/LinedList"/>
    <dgm:cxn modelId="{876BD894-850F-244A-BBC2-887D35D6D029}" type="presParOf" srcId="{E46DC591-F05D-DE4B-A738-7BB1784DA036}" destId="{438F88D6-06EF-1049-BE40-FC47259C517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0CD5B7-340C-A043-A0E7-36B636967BE9}">
      <dsp:nvSpPr>
        <dsp:cNvPr id="0" name=""/>
        <dsp:cNvSpPr/>
      </dsp:nvSpPr>
      <dsp:spPr>
        <a:xfrm>
          <a:off x="0" y="2996756"/>
          <a:ext cx="6620255" cy="196619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3144" tIns="263144" rIns="263144" bIns="263144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kern="1200"/>
            <a:t>Variables include:</a:t>
          </a:r>
          <a:endParaRPr lang="en-US" sz="3700" kern="1200"/>
        </a:p>
      </dsp:txBody>
      <dsp:txXfrm>
        <a:off x="0" y="2996756"/>
        <a:ext cx="6620255" cy="1061746"/>
      </dsp:txXfrm>
    </dsp:sp>
    <dsp:sp modelId="{C815DB07-8383-B443-876C-CF75FCC9B386}">
      <dsp:nvSpPr>
        <dsp:cNvPr id="0" name=""/>
        <dsp:cNvSpPr/>
      </dsp:nvSpPr>
      <dsp:spPr>
        <a:xfrm>
          <a:off x="3232" y="4019178"/>
          <a:ext cx="2204596" cy="90445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Satisfaction score, age, gender</a:t>
          </a:r>
        </a:p>
      </dsp:txBody>
      <dsp:txXfrm>
        <a:off x="3232" y="4019178"/>
        <a:ext cx="2204596" cy="904450"/>
      </dsp:txXfrm>
    </dsp:sp>
    <dsp:sp modelId="{035A34D5-B742-8B45-AE88-C2B023E4006B}">
      <dsp:nvSpPr>
        <dsp:cNvPr id="0" name=""/>
        <dsp:cNvSpPr/>
      </dsp:nvSpPr>
      <dsp:spPr>
        <a:xfrm>
          <a:off x="2207829" y="4019178"/>
          <a:ext cx="2204596" cy="904450"/>
        </a:xfrm>
        <a:prstGeom prst="rect">
          <a:avLst/>
        </a:prstGeom>
        <a:solidFill>
          <a:schemeClr val="accent2">
            <a:tint val="40000"/>
            <a:alpha val="90000"/>
            <a:hueOff val="-5523831"/>
            <a:satOff val="11959"/>
            <a:lumOff val="1116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5523831"/>
              <a:satOff val="11959"/>
              <a:lumOff val="111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Booking method, travel type</a:t>
          </a:r>
        </a:p>
      </dsp:txBody>
      <dsp:txXfrm>
        <a:off x="2207829" y="4019178"/>
        <a:ext cx="2204596" cy="904450"/>
      </dsp:txXfrm>
    </dsp:sp>
    <dsp:sp modelId="{2822049D-7FF1-B947-B36B-149D47BB56CE}">
      <dsp:nvSpPr>
        <dsp:cNvPr id="0" name=""/>
        <dsp:cNvSpPr/>
      </dsp:nvSpPr>
      <dsp:spPr>
        <a:xfrm>
          <a:off x="4412426" y="4019178"/>
          <a:ext cx="2204596" cy="904450"/>
        </a:xfrm>
        <a:prstGeom prst="rect">
          <a:avLst/>
        </a:prstGeom>
        <a:solidFill>
          <a:schemeClr val="accent2">
            <a:tint val="40000"/>
            <a:alpha val="90000"/>
            <a:hueOff val="-11047663"/>
            <a:satOff val="23918"/>
            <a:lumOff val="2232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11047663"/>
              <a:satOff val="23918"/>
              <a:lumOff val="223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Ratings on cleanliness, Wi-Fi, comfort</a:t>
          </a:r>
        </a:p>
      </dsp:txBody>
      <dsp:txXfrm>
        <a:off x="4412426" y="4019178"/>
        <a:ext cx="2204596" cy="904450"/>
      </dsp:txXfrm>
    </dsp:sp>
    <dsp:sp modelId="{E663D132-4CC5-464D-9E8A-50A46043CF37}">
      <dsp:nvSpPr>
        <dsp:cNvPr id="0" name=""/>
        <dsp:cNvSpPr/>
      </dsp:nvSpPr>
      <dsp:spPr>
        <a:xfrm rot="10800000">
          <a:off x="0" y="2238"/>
          <a:ext cx="6620255" cy="3024010"/>
        </a:xfrm>
        <a:prstGeom prst="upArrowCallout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3144" tIns="263144" rIns="263144" bIns="263144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kern="1200"/>
            <a:t>Sample Size:</a:t>
          </a:r>
          <a:r>
            <a:rPr lang="en-US" sz="3700" kern="1200"/>
            <a:t> 78,651 reviews</a:t>
          </a:r>
        </a:p>
      </dsp:txBody>
      <dsp:txXfrm rot="10800000">
        <a:off x="0" y="2238"/>
        <a:ext cx="6620255" cy="19649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EC9EA2-D8A3-2049-ABC2-0143E3330965}">
      <dsp:nvSpPr>
        <dsp:cNvPr id="0" name=""/>
        <dsp:cNvSpPr/>
      </dsp:nvSpPr>
      <dsp:spPr>
        <a:xfrm>
          <a:off x="0" y="388543"/>
          <a:ext cx="6620255" cy="75127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3805" tIns="374904" rIns="513805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sat_score (continuous)</a:t>
          </a:r>
        </a:p>
      </dsp:txBody>
      <dsp:txXfrm>
        <a:off x="0" y="388543"/>
        <a:ext cx="6620255" cy="751274"/>
      </dsp:txXfrm>
    </dsp:sp>
    <dsp:sp modelId="{8911A2BE-F2E9-7648-8ED9-9E81C277B0B2}">
      <dsp:nvSpPr>
        <dsp:cNvPr id="0" name=""/>
        <dsp:cNvSpPr/>
      </dsp:nvSpPr>
      <dsp:spPr>
        <a:xfrm>
          <a:off x="331012" y="122863"/>
          <a:ext cx="4634179" cy="531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161" tIns="0" rIns="17516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Dependent Variable (Y):</a:t>
          </a:r>
          <a:endParaRPr lang="en-US" sz="1800" kern="1200" dirty="0"/>
        </a:p>
      </dsp:txBody>
      <dsp:txXfrm>
        <a:off x="356951" y="148802"/>
        <a:ext cx="4582301" cy="479482"/>
      </dsp:txXfrm>
    </dsp:sp>
    <dsp:sp modelId="{44FACF44-1E3C-1B45-A0A1-55330D9AF408}">
      <dsp:nvSpPr>
        <dsp:cNvPr id="0" name=""/>
        <dsp:cNvSpPr/>
      </dsp:nvSpPr>
      <dsp:spPr>
        <a:xfrm>
          <a:off x="0" y="1502698"/>
          <a:ext cx="6620255" cy="1927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3805" tIns="374904" rIns="513805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age (continuous)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female (discrete)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channel_hotel (discrete)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type_independent (discrete)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cleanliness (continuous)</a:t>
          </a:r>
        </a:p>
      </dsp:txBody>
      <dsp:txXfrm>
        <a:off x="0" y="1502698"/>
        <a:ext cx="6620255" cy="1927800"/>
      </dsp:txXfrm>
    </dsp:sp>
    <dsp:sp modelId="{0A5748A7-A9BF-A944-BBA1-62A7468C17A7}">
      <dsp:nvSpPr>
        <dsp:cNvPr id="0" name=""/>
        <dsp:cNvSpPr/>
      </dsp:nvSpPr>
      <dsp:spPr>
        <a:xfrm>
          <a:off x="331012" y="1237018"/>
          <a:ext cx="4634179" cy="5313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161" tIns="0" rIns="17516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Independent Variables (X):</a:t>
          </a:r>
        </a:p>
      </dsp:txBody>
      <dsp:txXfrm>
        <a:off x="356951" y="1262957"/>
        <a:ext cx="4582301" cy="479482"/>
      </dsp:txXfrm>
    </dsp:sp>
    <dsp:sp modelId="{BF222F19-CEAE-844D-81AE-E5BECFD7E902}">
      <dsp:nvSpPr>
        <dsp:cNvPr id="0" name=""/>
        <dsp:cNvSpPr/>
      </dsp:nvSpPr>
      <dsp:spPr>
        <a:xfrm>
          <a:off x="0" y="3793378"/>
          <a:ext cx="6620255" cy="10489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3805" tIns="374904" rIns="513805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Pearson correlation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One-Way ANOVA</a:t>
          </a:r>
        </a:p>
      </dsp:txBody>
      <dsp:txXfrm>
        <a:off x="0" y="3793378"/>
        <a:ext cx="6620255" cy="1048949"/>
      </dsp:txXfrm>
    </dsp:sp>
    <dsp:sp modelId="{D8CC9314-1DC4-9F4C-BFEC-8149F421DAAB}">
      <dsp:nvSpPr>
        <dsp:cNvPr id="0" name=""/>
        <dsp:cNvSpPr/>
      </dsp:nvSpPr>
      <dsp:spPr>
        <a:xfrm>
          <a:off x="331012" y="3527698"/>
          <a:ext cx="4634179" cy="5313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161" tIns="0" rIns="17516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Analysis Methods:</a:t>
          </a:r>
        </a:p>
      </dsp:txBody>
      <dsp:txXfrm>
        <a:off x="356951" y="3553637"/>
        <a:ext cx="4582301" cy="47948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8270DB-301E-5A4F-A3CD-03D8A42B4678}">
      <dsp:nvSpPr>
        <dsp:cNvPr id="0" name=""/>
        <dsp:cNvSpPr/>
      </dsp:nvSpPr>
      <dsp:spPr>
        <a:xfrm>
          <a:off x="1361" y="113796"/>
          <a:ext cx="4779838" cy="30351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12AD37-8F00-B048-BA26-AE03E83964E6}">
      <dsp:nvSpPr>
        <dsp:cNvPr id="0" name=""/>
        <dsp:cNvSpPr/>
      </dsp:nvSpPr>
      <dsp:spPr>
        <a:xfrm>
          <a:off x="532454" y="618334"/>
          <a:ext cx="4779838" cy="30351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r = </a:t>
          </a:r>
          <a:r>
            <a:rPr lang="en-US" sz="4600" b="1" kern="1200"/>
            <a:t>.063</a:t>
          </a:r>
          <a:r>
            <a:rPr lang="en-US" sz="4600" kern="1200"/>
            <a:t>, p &lt; .001 → weak positive correlation</a:t>
          </a:r>
        </a:p>
      </dsp:txBody>
      <dsp:txXfrm>
        <a:off x="621352" y="707232"/>
        <a:ext cx="4602042" cy="2857401"/>
      </dsp:txXfrm>
    </dsp:sp>
    <dsp:sp modelId="{4BE355DF-50C8-3940-BC59-A09065E63CCC}">
      <dsp:nvSpPr>
        <dsp:cNvPr id="0" name=""/>
        <dsp:cNvSpPr/>
      </dsp:nvSpPr>
      <dsp:spPr>
        <a:xfrm>
          <a:off x="5843386" y="113796"/>
          <a:ext cx="4779838" cy="30351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A1F389-866F-5045-B6F0-845EEBA444C3}">
      <dsp:nvSpPr>
        <dsp:cNvPr id="0" name=""/>
        <dsp:cNvSpPr/>
      </dsp:nvSpPr>
      <dsp:spPr>
        <a:xfrm>
          <a:off x="6374479" y="618334"/>
          <a:ext cx="4779838" cy="30351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Older guests slightly more satisfied</a:t>
          </a:r>
        </a:p>
      </dsp:txBody>
      <dsp:txXfrm>
        <a:off x="6463377" y="707232"/>
        <a:ext cx="4602042" cy="285740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8270DB-301E-5A4F-A3CD-03D8A42B4678}">
      <dsp:nvSpPr>
        <dsp:cNvPr id="0" name=""/>
        <dsp:cNvSpPr/>
      </dsp:nvSpPr>
      <dsp:spPr>
        <a:xfrm>
          <a:off x="1361" y="113796"/>
          <a:ext cx="4779838" cy="30351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12AD37-8F00-B048-BA26-AE03E83964E6}">
      <dsp:nvSpPr>
        <dsp:cNvPr id="0" name=""/>
        <dsp:cNvSpPr/>
      </dsp:nvSpPr>
      <dsp:spPr>
        <a:xfrm>
          <a:off x="532454" y="618334"/>
          <a:ext cx="4779838" cy="30351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r = </a:t>
          </a:r>
          <a:r>
            <a:rPr lang="en-US" sz="4400" b="1" kern="1200" dirty="0"/>
            <a:t>.296</a:t>
          </a:r>
          <a:r>
            <a:rPr lang="en-US" sz="4400" kern="1200" dirty="0"/>
            <a:t>, p &lt; .001 → moderate positive correlation</a:t>
          </a:r>
        </a:p>
      </dsp:txBody>
      <dsp:txXfrm>
        <a:off x="621352" y="707232"/>
        <a:ext cx="4602042" cy="2857401"/>
      </dsp:txXfrm>
    </dsp:sp>
    <dsp:sp modelId="{4BE355DF-50C8-3940-BC59-A09065E63CCC}">
      <dsp:nvSpPr>
        <dsp:cNvPr id="0" name=""/>
        <dsp:cNvSpPr/>
      </dsp:nvSpPr>
      <dsp:spPr>
        <a:xfrm>
          <a:off x="5843386" y="113796"/>
          <a:ext cx="4779838" cy="30351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A1F389-866F-5045-B6F0-845EEBA444C3}">
      <dsp:nvSpPr>
        <dsp:cNvPr id="0" name=""/>
        <dsp:cNvSpPr/>
      </dsp:nvSpPr>
      <dsp:spPr>
        <a:xfrm>
          <a:off x="6374479" y="618334"/>
          <a:ext cx="4779838" cy="30351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 dirty="0"/>
            <a:t>Cleanliness is key satisfaction factor </a:t>
          </a:r>
        </a:p>
      </dsp:txBody>
      <dsp:txXfrm>
        <a:off x="6463377" y="707232"/>
        <a:ext cx="4602042" cy="285740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AFC95E-D618-3E45-BB90-FD186D3635D4}">
      <dsp:nvSpPr>
        <dsp:cNvPr id="0" name=""/>
        <dsp:cNvSpPr/>
      </dsp:nvSpPr>
      <dsp:spPr>
        <a:xfrm>
          <a:off x="3009501" y="1612801"/>
          <a:ext cx="601253" cy="6463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00626" y="0"/>
              </a:lnTo>
              <a:lnTo>
                <a:pt x="300626" y="646347"/>
              </a:lnTo>
              <a:lnTo>
                <a:pt x="601253" y="646347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49DDAA-DB26-1B45-9E23-7FBE773DB1CD}">
      <dsp:nvSpPr>
        <dsp:cNvPr id="0" name=""/>
        <dsp:cNvSpPr/>
      </dsp:nvSpPr>
      <dsp:spPr>
        <a:xfrm>
          <a:off x="3009501" y="966453"/>
          <a:ext cx="601253" cy="646347"/>
        </a:xfrm>
        <a:custGeom>
          <a:avLst/>
          <a:gdLst/>
          <a:ahLst/>
          <a:cxnLst/>
          <a:rect l="0" t="0" r="0" b="0"/>
          <a:pathLst>
            <a:path>
              <a:moveTo>
                <a:pt x="0" y="646347"/>
              </a:moveTo>
              <a:lnTo>
                <a:pt x="300626" y="646347"/>
              </a:lnTo>
              <a:lnTo>
                <a:pt x="300626" y="0"/>
              </a:lnTo>
              <a:lnTo>
                <a:pt x="601253" y="0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83CFB4-A53C-E545-A76C-60C4E1BC6691}">
      <dsp:nvSpPr>
        <dsp:cNvPr id="0" name=""/>
        <dsp:cNvSpPr/>
      </dsp:nvSpPr>
      <dsp:spPr>
        <a:xfrm>
          <a:off x="3232" y="1154345"/>
          <a:ext cx="3006268" cy="9169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kern="1200"/>
            <a:t>Means:</a:t>
          </a:r>
          <a:endParaRPr lang="en-US" sz="3700" kern="1200"/>
        </a:p>
      </dsp:txBody>
      <dsp:txXfrm>
        <a:off x="3232" y="1154345"/>
        <a:ext cx="3006268" cy="916911"/>
      </dsp:txXfrm>
    </dsp:sp>
    <dsp:sp modelId="{1A0CBE50-16D1-3E49-B74A-5EBC0ED9DDB9}">
      <dsp:nvSpPr>
        <dsp:cNvPr id="0" name=""/>
        <dsp:cNvSpPr/>
      </dsp:nvSpPr>
      <dsp:spPr>
        <a:xfrm>
          <a:off x="3610754" y="507997"/>
          <a:ext cx="3006268" cy="91691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Female = 60.02</a:t>
          </a:r>
        </a:p>
      </dsp:txBody>
      <dsp:txXfrm>
        <a:off x="3610754" y="507997"/>
        <a:ext cx="3006268" cy="916911"/>
      </dsp:txXfrm>
    </dsp:sp>
    <dsp:sp modelId="{3647D7EF-09EA-0740-BB16-063A4C0397BF}">
      <dsp:nvSpPr>
        <dsp:cNvPr id="0" name=""/>
        <dsp:cNvSpPr/>
      </dsp:nvSpPr>
      <dsp:spPr>
        <a:xfrm>
          <a:off x="3610754" y="1800692"/>
          <a:ext cx="3006268" cy="91691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Male = 60.43</a:t>
          </a:r>
        </a:p>
      </dsp:txBody>
      <dsp:txXfrm>
        <a:off x="3610754" y="1800692"/>
        <a:ext cx="3006268" cy="916911"/>
      </dsp:txXfrm>
    </dsp:sp>
    <dsp:sp modelId="{7BD05D96-2BA6-2641-A2AF-FCA31CEAC7D1}">
      <dsp:nvSpPr>
        <dsp:cNvPr id="0" name=""/>
        <dsp:cNvSpPr/>
      </dsp:nvSpPr>
      <dsp:spPr>
        <a:xfrm>
          <a:off x="3232" y="2447040"/>
          <a:ext cx="3006268" cy="9169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kern="1200"/>
            <a:t>p = .004</a:t>
          </a:r>
          <a:endParaRPr lang="en-US" sz="3700" kern="1200"/>
        </a:p>
      </dsp:txBody>
      <dsp:txXfrm>
        <a:off x="3232" y="2447040"/>
        <a:ext cx="3006268" cy="916911"/>
      </dsp:txXfrm>
    </dsp:sp>
    <dsp:sp modelId="{3C945D1A-7BBB-E64B-948D-70A35922337B}">
      <dsp:nvSpPr>
        <dsp:cNvPr id="0" name=""/>
        <dsp:cNvSpPr/>
      </dsp:nvSpPr>
      <dsp:spPr>
        <a:xfrm>
          <a:off x="3232" y="3739736"/>
          <a:ext cx="6236414" cy="11289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➤ Statistically significant, but the </a:t>
          </a:r>
          <a:r>
            <a:rPr lang="en-US" sz="3700" b="1" kern="1200" dirty="0"/>
            <a:t>effect is negligible</a:t>
          </a:r>
          <a:endParaRPr lang="en-US" sz="3700" kern="1200" dirty="0"/>
        </a:p>
      </dsp:txBody>
      <dsp:txXfrm>
        <a:off x="3232" y="3739736"/>
        <a:ext cx="6236414" cy="112893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AFC95E-D618-3E45-BB90-FD186D3635D4}">
      <dsp:nvSpPr>
        <dsp:cNvPr id="0" name=""/>
        <dsp:cNvSpPr/>
      </dsp:nvSpPr>
      <dsp:spPr>
        <a:xfrm>
          <a:off x="2743517" y="1470259"/>
          <a:ext cx="548114" cy="5892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4057" y="0"/>
              </a:lnTo>
              <a:lnTo>
                <a:pt x="274057" y="589222"/>
              </a:lnTo>
              <a:lnTo>
                <a:pt x="548114" y="589222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49DDAA-DB26-1B45-9E23-7FBE773DB1CD}">
      <dsp:nvSpPr>
        <dsp:cNvPr id="0" name=""/>
        <dsp:cNvSpPr/>
      </dsp:nvSpPr>
      <dsp:spPr>
        <a:xfrm>
          <a:off x="2743517" y="881037"/>
          <a:ext cx="548114" cy="589222"/>
        </a:xfrm>
        <a:custGeom>
          <a:avLst/>
          <a:gdLst/>
          <a:ahLst/>
          <a:cxnLst/>
          <a:rect l="0" t="0" r="0" b="0"/>
          <a:pathLst>
            <a:path>
              <a:moveTo>
                <a:pt x="0" y="589222"/>
              </a:moveTo>
              <a:lnTo>
                <a:pt x="274057" y="589222"/>
              </a:lnTo>
              <a:lnTo>
                <a:pt x="274057" y="0"/>
              </a:lnTo>
              <a:lnTo>
                <a:pt x="548114" y="0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83CFB4-A53C-E545-A76C-60C4E1BC6691}">
      <dsp:nvSpPr>
        <dsp:cNvPr id="0" name=""/>
        <dsp:cNvSpPr/>
      </dsp:nvSpPr>
      <dsp:spPr>
        <a:xfrm>
          <a:off x="2946" y="1052322"/>
          <a:ext cx="2740570" cy="8358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/>
            <a:t>Means:</a:t>
          </a:r>
          <a:endParaRPr lang="en-US" sz="3300" kern="1200"/>
        </a:p>
      </dsp:txBody>
      <dsp:txXfrm>
        <a:off x="2946" y="1052322"/>
        <a:ext cx="2740570" cy="835874"/>
      </dsp:txXfrm>
    </dsp:sp>
    <dsp:sp modelId="{1A0CBE50-16D1-3E49-B74A-5EBC0ED9DDB9}">
      <dsp:nvSpPr>
        <dsp:cNvPr id="0" name=""/>
        <dsp:cNvSpPr/>
      </dsp:nvSpPr>
      <dsp:spPr>
        <a:xfrm>
          <a:off x="3291631" y="463100"/>
          <a:ext cx="2740570" cy="83587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Agency = 68.79</a:t>
          </a:r>
        </a:p>
      </dsp:txBody>
      <dsp:txXfrm>
        <a:off x="3291631" y="463100"/>
        <a:ext cx="2740570" cy="835874"/>
      </dsp:txXfrm>
    </dsp:sp>
    <dsp:sp modelId="{3647D7EF-09EA-0740-BB16-063A4C0397BF}">
      <dsp:nvSpPr>
        <dsp:cNvPr id="0" name=""/>
        <dsp:cNvSpPr/>
      </dsp:nvSpPr>
      <dsp:spPr>
        <a:xfrm>
          <a:off x="3291631" y="1641545"/>
          <a:ext cx="2740570" cy="83587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Hotel = 49.66</a:t>
          </a:r>
        </a:p>
      </dsp:txBody>
      <dsp:txXfrm>
        <a:off x="3291631" y="1641545"/>
        <a:ext cx="2740570" cy="835874"/>
      </dsp:txXfrm>
    </dsp:sp>
    <dsp:sp modelId="{7BD05D96-2BA6-2641-A2AF-FCA31CEAC7D1}">
      <dsp:nvSpPr>
        <dsp:cNvPr id="0" name=""/>
        <dsp:cNvSpPr/>
      </dsp:nvSpPr>
      <dsp:spPr>
        <a:xfrm>
          <a:off x="2946" y="2230768"/>
          <a:ext cx="2740570" cy="8358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 dirty="0"/>
            <a:t>p &lt; .001</a:t>
          </a:r>
          <a:endParaRPr lang="en-US" sz="3300" kern="1200" dirty="0"/>
        </a:p>
      </dsp:txBody>
      <dsp:txXfrm>
        <a:off x="2946" y="2230768"/>
        <a:ext cx="2740570" cy="835874"/>
      </dsp:txXfrm>
    </dsp:sp>
    <dsp:sp modelId="{3C945D1A-7BBB-E64B-948D-70A35922337B}">
      <dsp:nvSpPr>
        <dsp:cNvPr id="0" name=""/>
        <dsp:cNvSpPr/>
      </dsp:nvSpPr>
      <dsp:spPr>
        <a:xfrm>
          <a:off x="2946" y="3409213"/>
          <a:ext cx="5685231" cy="10291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➤ Statistically significant, </a:t>
          </a:r>
          <a:r>
            <a:rPr lang="en-US" sz="3300" b="1" kern="1200" dirty="0"/>
            <a:t>important difference</a:t>
          </a:r>
        </a:p>
      </dsp:txBody>
      <dsp:txXfrm>
        <a:off x="2946" y="3409213"/>
        <a:ext cx="5685231" cy="102916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AFC95E-D618-3E45-BB90-FD186D3635D4}">
      <dsp:nvSpPr>
        <dsp:cNvPr id="0" name=""/>
        <dsp:cNvSpPr/>
      </dsp:nvSpPr>
      <dsp:spPr>
        <a:xfrm>
          <a:off x="2743517" y="1470259"/>
          <a:ext cx="548114" cy="5892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4057" y="0"/>
              </a:lnTo>
              <a:lnTo>
                <a:pt x="274057" y="589222"/>
              </a:lnTo>
              <a:lnTo>
                <a:pt x="548114" y="589222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49DDAA-DB26-1B45-9E23-7FBE773DB1CD}">
      <dsp:nvSpPr>
        <dsp:cNvPr id="0" name=""/>
        <dsp:cNvSpPr/>
      </dsp:nvSpPr>
      <dsp:spPr>
        <a:xfrm>
          <a:off x="2743517" y="881037"/>
          <a:ext cx="548114" cy="589222"/>
        </a:xfrm>
        <a:custGeom>
          <a:avLst/>
          <a:gdLst/>
          <a:ahLst/>
          <a:cxnLst/>
          <a:rect l="0" t="0" r="0" b="0"/>
          <a:pathLst>
            <a:path>
              <a:moveTo>
                <a:pt x="0" y="589222"/>
              </a:moveTo>
              <a:lnTo>
                <a:pt x="274057" y="589222"/>
              </a:lnTo>
              <a:lnTo>
                <a:pt x="274057" y="0"/>
              </a:lnTo>
              <a:lnTo>
                <a:pt x="548114" y="0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83CFB4-A53C-E545-A76C-60C4E1BC6691}">
      <dsp:nvSpPr>
        <dsp:cNvPr id="0" name=""/>
        <dsp:cNvSpPr/>
      </dsp:nvSpPr>
      <dsp:spPr>
        <a:xfrm>
          <a:off x="2946" y="1052322"/>
          <a:ext cx="2740570" cy="8358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/>
            <a:t>Means:</a:t>
          </a:r>
          <a:endParaRPr lang="en-US" sz="3300" kern="1200"/>
        </a:p>
      </dsp:txBody>
      <dsp:txXfrm>
        <a:off x="2946" y="1052322"/>
        <a:ext cx="2740570" cy="835874"/>
      </dsp:txXfrm>
    </dsp:sp>
    <dsp:sp modelId="{1A0CBE50-16D1-3E49-B74A-5EBC0ED9DDB9}">
      <dsp:nvSpPr>
        <dsp:cNvPr id="0" name=""/>
        <dsp:cNvSpPr/>
      </dsp:nvSpPr>
      <dsp:spPr>
        <a:xfrm>
          <a:off x="3291631" y="463100"/>
          <a:ext cx="2740570" cy="83587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Group = 64.96</a:t>
          </a:r>
        </a:p>
      </dsp:txBody>
      <dsp:txXfrm>
        <a:off x="3291631" y="463100"/>
        <a:ext cx="2740570" cy="835874"/>
      </dsp:txXfrm>
    </dsp:sp>
    <dsp:sp modelId="{3647D7EF-09EA-0740-BB16-063A4C0397BF}">
      <dsp:nvSpPr>
        <dsp:cNvPr id="0" name=""/>
        <dsp:cNvSpPr/>
      </dsp:nvSpPr>
      <dsp:spPr>
        <a:xfrm>
          <a:off x="3291631" y="1641545"/>
          <a:ext cx="2740570" cy="83587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Alone = 46.03</a:t>
          </a:r>
        </a:p>
      </dsp:txBody>
      <dsp:txXfrm>
        <a:off x="3291631" y="1641545"/>
        <a:ext cx="2740570" cy="835874"/>
      </dsp:txXfrm>
    </dsp:sp>
    <dsp:sp modelId="{7BD05D96-2BA6-2641-A2AF-FCA31CEAC7D1}">
      <dsp:nvSpPr>
        <dsp:cNvPr id="0" name=""/>
        <dsp:cNvSpPr/>
      </dsp:nvSpPr>
      <dsp:spPr>
        <a:xfrm>
          <a:off x="2946" y="2230768"/>
          <a:ext cx="2740570" cy="8358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 dirty="0"/>
            <a:t>p &lt; .001</a:t>
          </a:r>
          <a:endParaRPr lang="en-US" sz="3300" kern="1200" dirty="0"/>
        </a:p>
      </dsp:txBody>
      <dsp:txXfrm>
        <a:off x="2946" y="2230768"/>
        <a:ext cx="2740570" cy="835874"/>
      </dsp:txXfrm>
    </dsp:sp>
    <dsp:sp modelId="{3C945D1A-7BBB-E64B-948D-70A35922337B}">
      <dsp:nvSpPr>
        <dsp:cNvPr id="0" name=""/>
        <dsp:cNvSpPr/>
      </dsp:nvSpPr>
      <dsp:spPr>
        <a:xfrm>
          <a:off x="2946" y="3409213"/>
          <a:ext cx="5685231" cy="10291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➤ Statistically significant, </a:t>
          </a:r>
          <a:r>
            <a:rPr lang="en-US" sz="3300" b="1" kern="1200" dirty="0"/>
            <a:t>important difference</a:t>
          </a:r>
        </a:p>
      </dsp:txBody>
      <dsp:txXfrm>
        <a:off x="2946" y="3409213"/>
        <a:ext cx="5685231" cy="102916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8E178A-324D-C84C-B094-B3CF042D9CCF}">
      <dsp:nvSpPr>
        <dsp:cNvPr id="0" name=""/>
        <dsp:cNvSpPr/>
      </dsp:nvSpPr>
      <dsp:spPr>
        <a:xfrm>
          <a:off x="0" y="721677"/>
          <a:ext cx="3137892" cy="19925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32CBD4-6463-7047-83B7-C033C9CB5844}">
      <dsp:nvSpPr>
        <dsp:cNvPr id="0" name=""/>
        <dsp:cNvSpPr/>
      </dsp:nvSpPr>
      <dsp:spPr>
        <a:xfrm>
          <a:off x="348654" y="1052899"/>
          <a:ext cx="3137892" cy="19925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Cleanliness</a:t>
          </a:r>
          <a:r>
            <a:rPr lang="en-US" sz="2800" kern="1200"/>
            <a:t> is the strongest continuous predictor.</a:t>
          </a:r>
        </a:p>
      </dsp:txBody>
      <dsp:txXfrm>
        <a:off x="407014" y="1111259"/>
        <a:ext cx="3021172" cy="1875841"/>
      </dsp:txXfrm>
    </dsp:sp>
    <dsp:sp modelId="{03A7E01C-BDBC-9E40-B178-68B1362F890A}">
      <dsp:nvSpPr>
        <dsp:cNvPr id="0" name=""/>
        <dsp:cNvSpPr/>
      </dsp:nvSpPr>
      <dsp:spPr>
        <a:xfrm>
          <a:off x="3835201" y="721677"/>
          <a:ext cx="3137892" cy="19925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AFD4A5-F8C9-C84B-B6C0-ACB978766130}">
      <dsp:nvSpPr>
        <dsp:cNvPr id="0" name=""/>
        <dsp:cNvSpPr/>
      </dsp:nvSpPr>
      <dsp:spPr>
        <a:xfrm>
          <a:off x="4183856" y="1052899"/>
          <a:ext cx="3137892" cy="19925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Booking channel and travel type show </a:t>
          </a:r>
          <a:r>
            <a:rPr lang="en-US" sz="2800" b="1" kern="1200"/>
            <a:t>significant practical effects</a:t>
          </a:r>
          <a:r>
            <a:rPr lang="en-US" sz="2800" kern="1200"/>
            <a:t>.</a:t>
          </a:r>
        </a:p>
      </dsp:txBody>
      <dsp:txXfrm>
        <a:off x="4242216" y="1111259"/>
        <a:ext cx="3021172" cy="1875841"/>
      </dsp:txXfrm>
    </dsp:sp>
    <dsp:sp modelId="{9589EB65-964A-9E41-ACF4-BE0494285C43}">
      <dsp:nvSpPr>
        <dsp:cNvPr id="0" name=""/>
        <dsp:cNvSpPr/>
      </dsp:nvSpPr>
      <dsp:spPr>
        <a:xfrm>
          <a:off x="7670403" y="721677"/>
          <a:ext cx="3137892" cy="19925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288887-2577-E740-B4FB-290DF987D773}">
      <dsp:nvSpPr>
        <dsp:cNvPr id="0" name=""/>
        <dsp:cNvSpPr/>
      </dsp:nvSpPr>
      <dsp:spPr>
        <a:xfrm>
          <a:off x="8019057" y="1052899"/>
          <a:ext cx="3137892" cy="19925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Gender and age have </a:t>
          </a:r>
          <a:r>
            <a:rPr lang="en-US" sz="2800" b="1" kern="1200"/>
            <a:t>little impact</a:t>
          </a:r>
          <a:r>
            <a:rPr lang="en-US" sz="2800" kern="1200"/>
            <a:t>.</a:t>
          </a:r>
        </a:p>
      </dsp:txBody>
      <dsp:txXfrm>
        <a:off x="8077417" y="1111259"/>
        <a:ext cx="3021172" cy="187584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3470C8-94D9-8E47-BF3C-1F65D98C937B}">
      <dsp:nvSpPr>
        <dsp:cNvPr id="0" name=""/>
        <dsp:cNvSpPr/>
      </dsp:nvSpPr>
      <dsp:spPr>
        <a:xfrm>
          <a:off x="0" y="0"/>
          <a:ext cx="730605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41199E-D242-9F4E-B2E7-2D976E732481}">
      <dsp:nvSpPr>
        <dsp:cNvPr id="0" name=""/>
        <dsp:cNvSpPr/>
      </dsp:nvSpPr>
      <dsp:spPr>
        <a:xfrm>
          <a:off x="0" y="0"/>
          <a:ext cx="7306056" cy="1252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Prioritize Cleanliness</a:t>
          </a:r>
        </a:p>
      </dsp:txBody>
      <dsp:txXfrm>
        <a:off x="0" y="0"/>
        <a:ext cx="7306056" cy="1252727"/>
      </dsp:txXfrm>
    </dsp:sp>
    <dsp:sp modelId="{CBAE6E01-0A57-A842-9D56-F8FED671B697}">
      <dsp:nvSpPr>
        <dsp:cNvPr id="0" name=""/>
        <dsp:cNvSpPr/>
      </dsp:nvSpPr>
      <dsp:spPr>
        <a:xfrm>
          <a:off x="0" y="1252728"/>
          <a:ext cx="7306056" cy="0"/>
        </a:xfrm>
        <a:prstGeom prst="line">
          <a:avLst/>
        </a:prstGeom>
        <a:solidFill>
          <a:schemeClr val="accent2">
            <a:hueOff val="-3456336"/>
            <a:satOff val="-6803"/>
            <a:lumOff val="4248"/>
            <a:alphaOff val="0"/>
          </a:schemeClr>
        </a:solidFill>
        <a:ln w="19050" cap="flat" cmpd="sng" algn="ctr">
          <a:solidFill>
            <a:schemeClr val="accent2">
              <a:hueOff val="-3456336"/>
              <a:satOff val="-6803"/>
              <a:lumOff val="424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CD0E36-390F-2D40-8B04-000BE7D79612}">
      <dsp:nvSpPr>
        <dsp:cNvPr id="0" name=""/>
        <dsp:cNvSpPr/>
      </dsp:nvSpPr>
      <dsp:spPr>
        <a:xfrm>
          <a:off x="0" y="1252727"/>
          <a:ext cx="7306056" cy="1252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Improve Direct Booking Experience</a:t>
          </a:r>
        </a:p>
      </dsp:txBody>
      <dsp:txXfrm>
        <a:off x="0" y="1252727"/>
        <a:ext cx="7306056" cy="1252727"/>
      </dsp:txXfrm>
    </dsp:sp>
    <dsp:sp modelId="{35200E84-B8A6-BB42-9CEF-955F8C10ADE5}">
      <dsp:nvSpPr>
        <dsp:cNvPr id="0" name=""/>
        <dsp:cNvSpPr/>
      </dsp:nvSpPr>
      <dsp:spPr>
        <a:xfrm>
          <a:off x="0" y="2505456"/>
          <a:ext cx="7306056" cy="0"/>
        </a:xfrm>
        <a:prstGeom prst="line">
          <a:avLst/>
        </a:prstGeom>
        <a:solidFill>
          <a:schemeClr val="accent2">
            <a:hueOff val="-6912672"/>
            <a:satOff val="-13605"/>
            <a:lumOff val="8497"/>
            <a:alphaOff val="0"/>
          </a:schemeClr>
        </a:solidFill>
        <a:ln w="19050" cap="flat" cmpd="sng" algn="ctr">
          <a:solidFill>
            <a:schemeClr val="accent2">
              <a:hueOff val="-6912672"/>
              <a:satOff val="-13605"/>
              <a:lumOff val="849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CE55E7-1EEA-8747-8F6B-73FB5F682214}">
      <dsp:nvSpPr>
        <dsp:cNvPr id="0" name=""/>
        <dsp:cNvSpPr/>
      </dsp:nvSpPr>
      <dsp:spPr>
        <a:xfrm>
          <a:off x="0" y="2505455"/>
          <a:ext cx="7306056" cy="1252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Personalize for Independent Travelers</a:t>
          </a:r>
        </a:p>
      </dsp:txBody>
      <dsp:txXfrm>
        <a:off x="0" y="2505455"/>
        <a:ext cx="7306056" cy="1252727"/>
      </dsp:txXfrm>
    </dsp:sp>
    <dsp:sp modelId="{391F8B7F-3885-A84B-B0F1-F0E6BCA4450B}">
      <dsp:nvSpPr>
        <dsp:cNvPr id="0" name=""/>
        <dsp:cNvSpPr/>
      </dsp:nvSpPr>
      <dsp:spPr>
        <a:xfrm>
          <a:off x="0" y="3758184"/>
          <a:ext cx="7306056" cy="0"/>
        </a:xfrm>
        <a:prstGeom prst="line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accent2">
              <a:hueOff val="-10369007"/>
              <a:satOff val="-20408"/>
              <a:lumOff val="127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83A063-38BE-5F48-A28E-82F33BD4F110}">
      <dsp:nvSpPr>
        <dsp:cNvPr id="0" name=""/>
        <dsp:cNvSpPr/>
      </dsp:nvSpPr>
      <dsp:spPr>
        <a:xfrm>
          <a:off x="0" y="3758183"/>
          <a:ext cx="7306056" cy="1252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Demographics Play a Minor Role</a:t>
          </a:r>
        </a:p>
      </dsp:txBody>
      <dsp:txXfrm>
        <a:off x="0" y="3758183"/>
        <a:ext cx="7306056" cy="12527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099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943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15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688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446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860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521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730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405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885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428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8/5/25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114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Large white building">
            <a:extLst>
              <a:ext uri="{FF2B5EF4-FFF2-40B4-BE49-F238E27FC236}">
                <a16:creationId xmlns:a16="http://schemas.microsoft.com/office/drawing/2014/main" id="{589D4590-7AE5-7366-D298-816656F7337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6152" b="9579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323706-DAB9-E243-D980-1E6D029A9D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021182" cy="329010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600" dirty="0">
                <a:solidFill>
                  <a:srgbClr val="FFFFFF"/>
                </a:solidFill>
              </a:rPr>
              <a:t>What Drives Hotel Guests’ Satisfaction In Europe?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781086-37D0-0185-782A-BBCF80DEC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5040785" cy="1724029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700" b="1">
                <a:solidFill>
                  <a:srgbClr val="FFFFFF"/>
                </a:solidFill>
              </a:rPr>
              <a:t>An SPSS-Based Data Analysis Project</a:t>
            </a:r>
            <a:br>
              <a:rPr lang="en-US" sz="1700" b="1">
                <a:solidFill>
                  <a:srgbClr val="FFFFFF"/>
                </a:solidFill>
              </a:rPr>
            </a:br>
            <a:br>
              <a:rPr lang="en-US" sz="1700">
                <a:solidFill>
                  <a:srgbClr val="FFFFFF"/>
                </a:solidFill>
              </a:rPr>
            </a:br>
            <a:r>
              <a:rPr lang="en-US" sz="1700">
                <a:solidFill>
                  <a:srgbClr val="FFFFFF"/>
                </a:solidFill>
              </a:rPr>
              <a:t>Marko Asaulyuk </a:t>
            </a:r>
          </a:p>
          <a:p>
            <a:pPr>
              <a:lnSpc>
                <a:spcPct val="100000"/>
              </a:lnSpc>
            </a:pPr>
            <a:r>
              <a:rPr lang="en-US" sz="1700">
                <a:solidFill>
                  <a:srgbClr val="FFFFFF"/>
                </a:solidFill>
              </a:rPr>
              <a:t>MKTG 660</a:t>
            </a:r>
          </a:p>
          <a:p>
            <a:pPr>
              <a:lnSpc>
                <a:spcPct val="100000"/>
              </a:lnSpc>
            </a:pPr>
            <a:r>
              <a:rPr lang="en-US" sz="1700">
                <a:solidFill>
                  <a:srgbClr val="FFFFFF"/>
                </a:solidFill>
              </a:rPr>
              <a:t>August 1</a:t>
            </a:r>
            <a:r>
              <a:rPr lang="en-US" sz="1700" baseline="30000">
                <a:solidFill>
                  <a:srgbClr val="FFFFFF"/>
                </a:solidFill>
              </a:rPr>
              <a:t>st</a:t>
            </a:r>
            <a:r>
              <a:rPr lang="en-US" sz="1700">
                <a:solidFill>
                  <a:srgbClr val="FFFFFF"/>
                </a:solidFill>
              </a:rPr>
              <a:t>, 2025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2120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21ED5F-5B41-3B19-EAF6-DC58AD8E1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63640" cy="14630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What factors influence hotel satisfaction scores among European travelers?</a:t>
            </a:r>
          </a:p>
        </p:txBody>
      </p:sp>
      <p:sp>
        <p:nvSpPr>
          <p:cNvPr id="15" name="Freeform: Shape 11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90F90-E192-D79F-72E1-F37654EE8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263640" cy="3767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Understanding key drivers can help hotels:</a:t>
            </a:r>
          </a:p>
          <a:p>
            <a:r>
              <a:rPr lang="en-US"/>
              <a:t>Improve guest experience</a:t>
            </a:r>
          </a:p>
          <a:p>
            <a:r>
              <a:rPr lang="en-US"/>
              <a:t>Increase brand loyalty</a:t>
            </a:r>
          </a:p>
          <a:p>
            <a:r>
              <a:rPr lang="en-US"/>
              <a:t>Enhance operational strategy</a:t>
            </a:r>
          </a:p>
          <a:p>
            <a:endParaRPr lang="en-US"/>
          </a:p>
        </p:txBody>
      </p:sp>
      <p:pic>
        <p:nvPicPr>
          <p:cNvPr id="16" name="Graphic 15" descr="Sleep">
            <a:extLst>
              <a:ext uri="{FF2B5EF4-FFF2-40B4-BE49-F238E27FC236}">
                <a16:creationId xmlns:a16="http://schemas.microsoft.com/office/drawing/2014/main" id="{7120D1B1-842C-4862-2533-6354CF3895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06492" y="976160"/>
            <a:ext cx="4364590" cy="436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003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00154F-4A2F-E830-E795-D6D9C2086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US" dirty="0"/>
              <a:t>Dataset Overview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1808AB-2943-464C-A710-F2A18D869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300216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09A1F9D-4C42-70A2-E3EE-21CF941299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7627651"/>
              </p:ext>
            </p:extLst>
          </p:nvPr>
        </p:nvGraphicFramePr>
        <p:xfrm>
          <a:off x="5065776" y="978408"/>
          <a:ext cx="6620256" cy="496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08539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785190-A8B4-7B16-2DFB-145AC85F4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US" dirty="0"/>
              <a:t>Variables &amp; Analysis Plan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51808AB-2943-464C-A710-F2A18D869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300216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B291DF42-FE34-AEB9-0DDB-B2E1FFFED8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9740374"/>
              </p:ext>
            </p:extLst>
          </p:nvPr>
        </p:nvGraphicFramePr>
        <p:xfrm>
          <a:off x="5065776" y="978408"/>
          <a:ext cx="6620256" cy="496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7800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: Shape 14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Freeform: Shape 1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A100B-F707-BBE2-7998-B0AD5C2B1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8" y="841283"/>
            <a:ext cx="3465681" cy="29164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chemeClr val="tx2"/>
                </a:solidFill>
              </a:rPr>
              <a:t>Descriptive Statistics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1F0C179-4DBF-6AB9-CD0B-9224A0C88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7B222F29-A8C0-3A5A-DB67-192F7E69F5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6632539"/>
              </p:ext>
            </p:extLst>
          </p:nvPr>
        </p:nvGraphicFramePr>
        <p:xfrm>
          <a:off x="4362996" y="1573122"/>
          <a:ext cx="7311140" cy="3610617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912825">
                  <a:extLst>
                    <a:ext uri="{9D8B030D-6E8A-4147-A177-3AD203B41FA5}">
                      <a16:colId xmlns:a16="http://schemas.microsoft.com/office/drawing/2014/main" val="2173503243"/>
                    </a:ext>
                  </a:extLst>
                </a:gridCol>
                <a:gridCol w="1339811">
                  <a:extLst>
                    <a:ext uri="{9D8B030D-6E8A-4147-A177-3AD203B41FA5}">
                      <a16:colId xmlns:a16="http://schemas.microsoft.com/office/drawing/2014/main" val="1428800369"/>
                    </a:ext>
                  </a:extLst>
                </a:gridCol>
                <a:gridCol w="1878966">
                  <a:extLst>
                    <a:ext uri="{9D8B030D-6E8A-4147-A177-3AD203B41FA5}">
                      <a16:colId xmlns:a16="http://schemas.microsoft.com/office/drawing/2014/main" val="4072025414"/>
                    </a:ext>
                  </a:extLst>
                </a:gridCol>
                <a:gridCol w="1042886">
                  <a:extLst>
                    <a:ext uri="{9D8B030D-6E8A-4147-A177-3AD203B41FA5}">
                      <a16:colId xmlns:a16="http://schemas.microsoft.com/office/drawing/2014/main" val="3643708104"/>
                    </a:ext>
                  </a:extLst>
                </a:gridCol>
                <a:gridCol w="1136652">
                  <a:extLst>
                    <a:ext uri="{9D8B030D-6E8A-4147-A177-3AD203B41FA5}">
                      <a16:colId xmlns:a16="http://schemas.microsoft.com/office/drawing/2014/main" val="1089048382"/>
                    </a:ext>
                  </a:extLst>
                </a:gridCol>
              </a:tblGrid>
              <a:tr h="685117">
                <a:tc>
                  <a:txBody>
                    <a:bodyPr/>
                    <a:lstStyle/>
                    <a:p>
                      <a:r>
                        <a:rPr lang="en-US" sz="2600" b="0" cap="none" spc="0" dirty="0">
                          <a:solidFill>
                            <a:schemeClr val="bg1"/>
                          </a:solidFill>
                        </a:rPr>
                        <a:t>Variable</a:t>
                      </a:r>
                    </a:p>
                  </a:txBody>
                  <a:tcPr marL="150025" marR="150025" marT="150025" marB="75013" anchor="ctr"/>
                </a:tc>
                <a:tc>
                  <a:txBody>
                    <a:bodyPr/>
                    <a:lstStyle/>
                    <a:p>
                      <a:r>
                        <a:rPr lang="en-US" sz="2600" b="0" cap="none" spc="0" dirty="0">
                          <a:solidFill>
                            <a:schemeClr val="bg1"/>
                          </a:solidFill>
                        </a:rPr>
                        <a:t>Mean</a:t>
                      </a:r>
                    </a:p>
                  </a:txBody>
                  <a:tcPr marL="150025" marR="150025" marT="150025" marB="75013" anchor="ctr"/>
                </a:tc>
                <a:tc>
                  <a:txBody>
                    <a:bodyPr/>
                    <a:lstStyle/>
                    <a:p>
                      <a:r>
                        <a:rPr lang="en-US" sz="2600" b="0" cap="none" spc="0">
                          <a:solidFill>
                            <a:schemeClr val="bg1"/>
                          </a:solidFill>
                        </a:rPr>
                        <a:t>Std. Dev.</a:t>
                      </a:r>
                    </a:p>
                  </a:txBody>
                  <a:tcPr marL="150025" marR="150025" marT="150025" marB="75013" anchor="ctr"/>
                </a:tc>
                <a:tc>
                  <a:txBody>
                    <a:bodyPr/>
                    <a:lstStyle/>
                    <a:p>
                      <a:r>
                        <a:rPr lang="en-US" sz="2600" b="0" cap="none" spc="0">
                          <a:solidFill>
                            <a:schemeClr val="bg1"/>
                          </a:solidFill>
                        </a:rPr>
                        <a:t>Min</a:t>
                      </a:r>
                    </a:p>
                  </a:txBody>
                  <a:tcPr marL="150025" marR="150025" marT="150025" marB="75013" anchor="ctr"/>
                </a:tc>
                <a:tc>
                  <a:txBody>
                    <a:bodyPr/>
                    <a:lstStyle/>
                    <a:p>
                      <a:r>
                        <a:rPr lang="en-US" sz="2600" b="0" cap="none" spc="0">
                          <a:solidFill>
                            <a:schemeClr val="bg1"/>
                          </a:solidFill>
                        </a:rPr>
                        <a:t>Max</a:t>
                      </a:r>
                    </a:p>
                  </a:txBody>
                  <a:tcPr marL="150025" marR="150025" marT="150025" marB="75013" anchor="ctr"/>
                </a:tc>
                <a:extLst>
                  <a:ext uri="{0D108BD9-81ED-4DB2-BD59-A6C34878D82A}">
                    <a16:rowId xmlns:a16="http://schemas.microsoft.com/office/drawing/2014/main" val="3548489315"/>
                  </a:ext>
                </a:extLst>
              </a:tr>
              <a:tr h="585100"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sat_score</a:t>
                      </a:r>
                    </a:p>
                  </a:txBody>
                  <a:tcPr marL="150025" marR="150025" marT="150025" marB="75013" anchor="ctr"/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60.22</a:t>
                      </a:r>
                    </a:p>
                  </a:txBody>
                  <a:tcPr marL="150025" marR="150025" marT="150025" marB="75013" anchor="ctr"/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20.33</a:t>
                      </a:r>
                    </a:p>
                  </a:txBody>
                  <a:tcPr marL="150025" marR="150025" marT="150025" marB="75013" anchor="ctr"/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50025" marR="150025" marT="150025" marB="75013" anchor="ctr"/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marL="150025" marR="150025" marT="150025" marB="75013" anchor="ctr"/>
                </a:tc>
                <a:extLst>
                  <a:ext uri="{0D108BD9-81ED-4DB2-BD59-A6C34878D82A}">
                    <a16:rowId xmlns:a16="http://schemas.microsoft.com/office/drawing/2014/main" val="3677726081"/>
                  </a:ext>
                </a:extLst>
              </a:tr>
              <a:tr h="585100"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age</a:t>
                      </a:r>
                    </a:p>
                  </a:txBody>
                  <a:tcPr marL="150025" marR="150025" marT="150025" marB="75013" anchor="ctr"/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41.97</a:t>
                      </a:r>
                    </a:p>
                  </a:txBody>
                  <a:tcPr marL="150025" marR="150025" marT="150025" marB="75013" anchor="ctr"/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13.10</a:t>
                      </a:r>
                    </a:p>
                  </a:txBody>
                  <a:tcPr marL="150025" marR="150025" marT="150025" marB="75013" anchor="ctr"/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marL="150025" marR="150025" marT="150025" marB="75013" anchor="ctr"/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85</a:t>
                      </a:r>
                    </a:p>
                  </a:txBody>
                  <a:tcPr marL="150025" marR="150025" marT="150025" marB="75013" anchor="ctr"/>
                </a:tc>
                <a:extLst>
                  <a:ext uri="{0D108BD9-81ED-4DB2-BD59-A6C34878D82A}">
                    <a16:rowId xmlns:a16="http://schemas.microsoft.com/office/drawing/2014/main" val="3336571790"/>
                  </a:ext>
                </a:extLst>
              </a:tr>
              <a:tr h="585100"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cleanliness</a:t>
                      </a:r>
                    </a:p>
                  </a:txBody>
                  <a:tcPr marL="150025" marR="150025" marT="150025" marB="75013" anchor="ctr"/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3.33</a:t>
                      </a:r>
                    </a:p>
                  </a:txBody>
                  <a:tcPr marL="150025" marR="150025" marT="150025" marB="75013" anchor="ctr"/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1.30</a:t>
                      </a:r>
                    </a:p>
                  </a:txBody>
                  <a:tcPr marL="150025" marR="150025" marT="150025" marB="75013" anchor="ctr"/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150025" marR="150025" marT="150025" marB="75013" anchor="ctr"/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150025" marR="150025" marT="150025" marB="75013" anchor="ctr"/>
                </a:tc>
                <a:extLst>
                  <a:ext uri="{0D108BD9-81ED-4DB2-BD59-A6C34878D82A}">
                    <a16:rowId xmlns:a16="http://schemas.microsoft.com/office/drawing/2014/main" val="1897091421"/>
                  </a:ext>
                </a:extLst>
              </a:tr>
              <a:tr h="585100">
                <a:tc>
                  <a:txBody>
                    <a:bodyPr/>
                    <a:lstStyle/>
                    <a:p>
                      <a:r>
                        <a:rPr lang="en-US" sz="2000" cap="none" spc="0" dirty="0" err="1">
                          <a:solidFill>
                            <a:schemeClr val="tx1"/>
                          </a:solidFill>
                        </a:rPr>
                        <a:t>wifi_service</a:t>
                      </a:r>
                      <a:endParaRPr lang="en-US" sz="20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0025" marR="150025" marT="150025" marB="75013" anchor="ctr"/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2.74</a:t>
                      </a:r>
                    </a:p>
                  </a:txBody>
                  <a:tcPr marL="150025" marR="150025" marT="150025" marB="75013" anchor="ctr"/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1.35</a:t>
                      </a:r>
                    </a:p>
                  </a:txBody>
                  <a:tcPr marL="150025" marR="150025" marT="150025" marB="75013" anchor="ctr"/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150025" marR="150025" marT="150025" marB="75013" anchor="ctr"/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150025" marR="150025" marT="150025" marB="75013" anchor="ctr"/>
                </a:tc>
                <a:extLst>
                  <a:ext uri="{0D108BD9-81ED-4DB2-BD59-A6C34878D82A}">
                    <a16:rowId xmlns:a16="http://schemas.microsoft.com/office/drawing/2014/main" val="4263641798"/>
                  </a:ext>
                </a:extLst>
              </a:tr>
              <a:tr h="585100"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stay_comfort</a:t>
                      </a:r>
                    </a:p>
                  </a:txBody>
                  <a:tcPr marL="150025" marR="150025" marT="150025" marB="75013" anchor="ctr"/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3.51</a:t>
                      </a:r>
                    </a:p>
                  </a:txBody>
                  <a:tcPr marL="150025" marR="150025" marT="150025" marB="75013" anchor="ctr"/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1.30</a:t>
                      </a:r>
                    </a:p>
                  </a:txBody>
                  <a:tcPr marL="150025" marR="150025" marT="150025" marB="75013" anchor="ctr"/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150025" marR="150025" marT="150025" marB="75013" anchor="ctr"/>
                </a:tc>
                <a:tc>
                  <a:txBody>
                    <a:bodyPr/>
                    <a:lstStyle/>
                    <a:p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150025" marR="150025" marT="150025" marB="75013" anchor="ctr"/>
                </a:tc>
                <a:extLst>
                  <a:ext uri="{0D108BD9-81ED-4DB2-BD59-A6C34878D82A}">
                    <a16:rowId xmlns:a16="http://schemas.microsoft.com/office/drawing/2014/main" val="3022068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6485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2A3F6D-A866-3C2D-AA24-B5123AEEF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007A00-DE39-786C-E82F-4ED54B464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397649" cy="33037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/>
              <a:t>Descriptive Statistics:</a:t>
            </a:r>
            <a:br>
              <a:rPr lang="en-US" sz="4800" dirty="0"/>
            </a:br>
            <a:r>
              <a:rPr lang="en-US" sz="4800" b="0" dirty="0"/>
              <a:t>Gender</a:t>
            </a: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16DD7AD-4013-7D8B-2242-3791317740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244595"/>
              </p:ext>
            </p:extLst>
          </p:nvPr>
        </p:nvGraphicFramePr>
        <p:xfrm>
          <a:off x="4119154" y="2727283"/>
          <a:ext cx="7551935" cy="1857185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999284">
                  <a:extLst>
                    <a:ext uri="{9D8B030D-6E8A-4147-A177-3AD203B41FA5}">
                      <a16:colId xmlns:a16="http://schemas.microsoft.com/office/drawing/2014/main" val="291777694"/>
                    </a:ext>
                  </a:extLst>
                </a:gridCol>
                <a:gridCol w="1166998">
                  <a:extLst>
                    <a:ext uri="{9D8B030D-6E8A-4147-A177-3AD203B41FA5}">
                      <a16:colId xmlns:a16="http://schemas.microsoft.com/office/drawing/2014/main" val="478786320"/>
                    </a:ext>
                  </a:extLst>
                </a:gridCol>
                <a:gridCol w="1469274">
                  <a:extLst>
                    <a:ext uri="{9D8B030D-6E8A-4147-A177-3AD203B41FA5}">
                      <a16:colId xmlns:a16="http://schemas.microsoft.com/office/drawing/2014/main" val="412946162"/>
                    </a:ext>
                  </a:extLst>
                </a:gridCol>
                <a:gridCol w="1192350">
                  <a:extLst>
                    <a:ext uri="{9D8B030D-6E8A-4147-A177-3AD203B41FA5}">
                      <a16:colId xmlns:a16="http://schemas.microsoft.com/office/drawing/2014/main" val="276523176"/>
                    </a:ext>
                  </a:extLst>
                </a:gridCol>
                <a:gridCol w="1192350">
                  <a:extLst>
                    <a:ext uri="{9D8B030D-6E8A-4147-A177-3AD203B41FA5}">
                      <a16:colId xmlns:a16="http://schemas.microsoft.com/office/drawing/2014/main" val="704748766"/>
                    </a:ext>
                  </a:extLst>
                </a:gridCol>
                <a:gridCol w="1531679">
                  <a:extLst>
                    <a:ext uri="{9D8B030D-6E8A-4147-A177-3AD203B41FA5}">
                      <a16:colId xmlns:a16="http://schemas.microsoft.com/office/drawing/2014/main" val="1464600898"/>
                    </a:ext>
                  </a:extLst>
                </a:gridCol>
              </a:tblGrid>
              <a:tr h="793797">
                <a:tc>
                  <a:txBody>
                    <a:bodyPr/>
                    <a:lstStyle/>
                    <a:p>
                      <a:r>
                        <a:rPr lang="en-US" sz="1700" b="0" cap="none" spc="0">
                          <a:solidFill>
                            <a:schemeClr val="bg1"/>
                          </a:solidFill>
                        </a:rPr>
                        <a:t>Value</a:t>
                      </a:r>
                    </a:p>
                  </a:txBody>
                  <a:tcPr marL="146029" marR="150804" marT="112330" marB="112330" anchor="ctr"/>
                </a:tc>
                <a:tc>
                  <a:txBody>
                    <a:bodyPr/>
                    <a:lstStyle/>
                    <a:p>
                      <a:r>
                        <a:rPr lang="en-US" sz="1700" b="0" cap="none" spc="0">
                          <a:solidFill>
                            <a:schemeClr val="bg1"/>
                          </a:solidFill>
                        </a:rPr>
                        <a:t>Label</a:t>
                      </a:r>
                    </a:p>
                  </a:txBody>
                  <a:tcPr marL="146029" marR="150804" marT="112330" marB="112330" anchor="ctr"/>
                </a:tc>
                <a:tc>
                  <a:txBody>
                    <a:bodyPr/>
                    <a:lstStyle/>
                    <a:p>
                      <a:r>
                        <a:rPr lang="en-US" sz="1700" b="0" cap="none" spc="0" dirty="0">
                          <a:solidFill>
                            <a:schemeClr val="bg1"/>
                          </a:solidFill>
                        </a:rPr>
                        <a:t>Frequency</a:t>
                      </a:r>
                    </a:p>
                  </a:txBody>
                  <a:tcPr marL="146029" marR="150804" marT="112330" marB="112330" anchor="ctr"/>
                </a:tc>
                <a:tc>
                  <a:txBody>
                    <a:bodyPr/>
                    <a:lstStyle/>
                    <a:p>
                      <a:r>
                        <a:rPr lang="en-US" sz="1700" b="0" cap="none" spc="0">
                          <a:solidFill>
                            <a:schemeClr val="bg1"/>
                          </a:solidFill>
                        </a:rPr>
                        <a:t>Percent</a:t>
                      </a:r>
                    </a:p>
                  </a:txBody>
                  <a:tcPr marL="146029" marR="150804" marT="112330" marB="112330" anchor="ctr"/>
                </a:tc>
                <a:tc>
                  <a:txBody>
                    <a:bodyPr/>
                    <a:lstStyle/>
                    <a:p>
                      <a:r>
                        <a:rPr lang="en-US" sz="1700" b="0" cap="none" spc="0">
                          <a:solidFill>
                            <a:schemeClr val="bg1"/>
                          </a:solidFill>
                        </a:rPr>
                        <a:t>Valid Percent</a:t>
                      </a:r>
                    </a:p>
                  </a:txBody>
                  <a:tcPr marL="146029" marR="150804" marT="112330" marB="112330" anchor="ctr"/>
                </a:tc>
                <a:tc>
                  <a:txBody>
                    <a:bodyPr/>
                    <a:lstStyle/>
                    <a:p>
                      <a:r>
                        <a:rPr lang="en-US" sz="1700" b="0" cap="none" spc="0">
                          <a:solidFill>
                            <a:schemeClr val="bg1"/>
                          </a:solidFill>
                        </a:rPr>
                        <a:t>Cumulative Percent</a:t>
                      </a:r>
                    </a:p>
                  </a:txBody>
                  <a:tcPr marL="146029" marR="150804" marT="112330" marB="112330" anchor="ctr"/>
                </a:tc>
                <a:extLst>
                  <a:ext uri="{0D108BD9-81ED-4DB2-BD59-A6C34878D82A}">
                    <a16:rowId xmlns:a16="http://schemas.microsoft.com/office/drawing/2014/main" val="508727073"/>
                  </a:ext>
                </a:extLst>
              </a:tr>
              <a:tr h="531694"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146029" marR="150804" marT="112330" marB="112330" anchor="ctr"/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Male</a:t>
                      </a:r>
                    </a:p>
                  </a:txBody>
                  <a:tcPr marL="146029" marR="150804" marT="112330" marB="112330" anchor="ctr"/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38,867</a:t>
                      </a:r>
                    </a:p>
                  </a:txBody>
                  <a:tcPr marL="146029" marR="150804" marT="112330" marB="112330" anchor="ctr"/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49.4%</a:t>
                      </a:r>
                    </a:p>
                  </a:txBody>
                  <a:tcPr marL="146029" marR="150804" marT="112330" marB="112330" anchor="ctr"/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49.4%</a:t>
                      </a:r>
                    </a:p>
                  </a:txBody>
                  <a:tcPr marL="146029" marR="150804" marT="112330" marB="112330" anchor="ctr"/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49.4%</a:t>
                      </a:r>
                    </a:p>
                  </a:txBody>
                  <a:tcPr marL="146029" marR="150804" marT="112330" marB="112330" anchor="ctr"/>
                </a:tc>
                <a:extLst>
                  <a:ext uri="{0D108BD9-81ED-4DB2-BD59-A6C34878D82A}">
                    <a16:rowId xmlns:a16="http://schemas.microsoft.com/office/drawing/2014/main" val="315884613"/>
                  </a:ext>
                </a:extLst>
              </a:tr>
              <a:tr h="531694"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46029" marR="150804" marT="112330" marB="112330" anchor="ctr"/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Female</a:t>
                      </a:r>
                    </a:p>
                  </a:txBody>
                  <a:tcPr marL="146029" marR="150804" marT="112330" marB="112330" anchor="ctr"/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39,784</a:t>
                      </a:r>
                    </a:p>
                  </a:txBody>
                  <a:tcPr marL="146029" marR="150804" marT="112330" marB="112330" anchor="ctr"/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50.6%</a:t>
                      </a:r>
                    </a:p>
                  </a:txBody>
                  <a:tcPr marL="146029" marR="150804" marT="112330" marB="112330" anchor="ctr"/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50.6%</a:t>
                      </a:r>
                    </a:p>
                  </a:txBody>
                  <a:tcPr marL="146029" marR="150804" marT="112330" marB="112330" anchor="ctr"/>
                </a:tc>
                <a:tc>
                  <a:txBody>
                    <a:bodyPr/>
                    <a:lstStyle/>
                    <a:p>
                      <a:r>
                        <a:rPr lang="en-US" sz="1700" cap="none" spc="0" dirty="0">
                          <a:solidFill>
                            <a:schemeClr val="tx1"/>
                          </a:solidFill>
                        </a:rPr>
                        <a:t>100.0%</a:t>
                      </a:r>
                    </a:p>
                  </a:txBody>
                  <a:tcPr marL="146029" marR="150804" marT="112330" marB="112330" anchor="ctr"/>
                </a:tc>
                <a:extLst>
                  <a:ext uri="{0D108BD9-81ED-4DB2-BD59-A6C34878D82A}">
                    <a16:rowId xmlns:a16="http://schemas.microsoft.com/office/drawing/2014/main" val="29800421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9413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A3F700-3A75-ABAC-8735-F71FB9996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0FCE3A-8F88-0A51-9E1D-8AB8800B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3465681" cy="245059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dirty="0">
                <a:solidFill>
                  <a:schemeClr val="tx2"/>
                </a:solidFill>
              </a:rPr>
              <a:t>Descriptive Statistics:</a:t>
            </a:r>
            <a:br>
              <a:rPr lang="en-US" sz="4100" dirty="0">
                <a:solidFill>
                  <a:schemeClr val="tx2"/>
                </a:solidFill>
              </a:rPr>
            </a:br>
            <a:r>
              <a:rPr lang="en-US" sz="4100" b="0" dirty="0">
                <a:solidFill>
                  <a:schemeClr val="tx2"/>
                </a:solidFill>
              </a:rPr>
              <a:t>Channel of Booking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91952F0-771E-D2ED-C333-EEED6708B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346642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FB6D83C-2377-9CAD-A991-9E0B6AF25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3465681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F01B376-D2F1-4AC5-9F79-A14A1E8E4A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63744"/>
              </p:ext>
            </p:extLst>
          </p:nvPr>
        </p:nvGraphicFramePr>
        <p:xfrm>
          <a:off x="4232366" y="2452931"/>
          <a:ext cx="7438429" cy="2051044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536129">
                  <a:extLst>
                    <a:ext uri="{9D8B030D-6E8A-4147-A177-3AD203B41FA5}">
                      <a16:colId xmlns:a16="http://schemas.microsoft.com/office/drawing/2014/main" val="1480089720"/>
                    </a:ext>
                  </a:extLst>
                </a:gridCol>
                <a:gridCol w="1492655">
                  <a:extLst>
                    <a:ext uri="{9D8B030D-6E8A-4147-A177-3AD203B41FA5}">
                      <a16:colId xmlns:a16="http://schemas.microsoft.com/office/drawing/2014/main" val="788135664"/>
                    </a:ext>
                  </a:extLst>
                </a:gridCol>
                <a:gridCol w="2428410">
                  <a:extLst>
                    <a:ext uri="{9D8B030D-6E8A-4147-A177-3AD203B41FA5}">
                      <a16:colId xmlns:a16="http://schemas.microsoft.com/office/drawing/2014/main" val="2984731510"/>
                    </a:ext>
                  </a:extLst>
                </a:gridCol>
                <a:gridCol w="1981235">
                  <a:extLst>
                    <a:ext uri="{9D8B030D-6E8A-4147-A177-3AD203B41FA5}">
                      <a16:colId xmlns:a16="http://schemas.microsoft.com/office/drawing/2014/main" val="2853804618"/>
                    </a:ext>
                  </a:extLst>
                </a:gridCol>
              </a:tblGrid>
              <a:tr h="723430">
                <a:tc>
                  <a:txBody>
                    <a:bodyPr/>
                    <a:lstStyle/>
                    <a:p>
                      <a:r>
                        <a:rPr lang="en-US" sz="2100" b="0" cap="all" spc="150" dirty="0">
                          <a:solidFill>
                            <a:schemeClr val="lt1"/>
                          </a:solidFill>
                        </a:rPr>
                        <a:t>Value</a:t>
                      </a:r>
                    </a:p>
                  </a:txBody>
                  <a:tcPr marL="178870" marR="178870" marT="178870" marB="178870" anchor="ctr"/>
                </a:tc>
                <a:tc>
                  <a:txBody>
                    <a:bodyPr/>
                    <a:lstStyle/>
                    <a:p>
                      <a:r>
                        <a:rPr lang="en-US" sz="2100" b="0" cap="all" spc="150">
                          <a:solidFill>
                            <a:schemeClr val="lt1"/>
                          </a:solidFill>
                        </a:rPr>
                        <a:t>Label</a:t>
                      </a:r>
                    </a:p>
                  </a:txBody>
                  <a:tcPr marL="178870" marR="178870" marT="178870" marB="178870" anchor="ctr"/>
                </a:tc>
                <a:tc>
                  <a:txBody>
                    <a:bodyPr/>
                    <a:lstStyle/>
                    <a:p>
                      <a:r>
                        <a:rPr lang="en-US" sz="2100" b="0" cap="all" spc="150">
                          <a:solidFill>
                            <a:schemeClr val="lt1"/>
                          </a:solidFill>
                        </a:rPr>
                        <a:t>Frequency</a:t>
                      </a:r>
                    </a:p>
                  </a:txBody>
                  <a:tcPr marL="178870" marR="178870" marT="178870" marB="178870" anchor="ctr"/>
                </a:tc>
                <a:tc>
                  <a:txBody>
                    <a:bodyPr/>
                    <a:lstStyle/>
                    <a:p>
                      <a:r>
                        <a:rPr lang="en-US" sz="2100" b="0" cap="all" spc="150" dirty="0">
                          <a:solidFill>
                            <a:schemeClr val="lt1"/>
                          </a:solidFill>
                        </a:rPr>
                        <a:t>Percent</a:t>
                      </a:r>
                    </a:p>
                  </a:txBody>
                  <a:tcPr marL="178870" marR="178870" marT="178870" marB="178870" anchor="ctr"/>
                </a:tc>
                <a:extLst>
                  <a:ext uri="{0D108BD9-81ED-4DB2-BD59-A6C34878D82A}">
                    <a16:rowId xmlns:a16="http://schemas.microsoft.com/office/drawing/2014/main" val="2710627307"/>
                  </a:ext>
                </a:extLst>
              </a:tr>
              <a:tr h="663807">
                <a:tc>
                  <a:txBody>
                    <a:bodyPr/>
                    <a:lstStyle/>
                    <a:p>
                      <a:r>
                        <a:rPr lang="en-US" sz="1700" cap="none" spc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178870" marR="178870" marT="178870" marB="178870" anchor="ctr"/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Agency</a:t>
                      </a:r>
                    </a:p>
                  </a:txBody>
                  <a:tcPr marL="178870" marR="178870" marT="178870" marB="178870" anchor="ctr"/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43,437</a:t>
                      </a:r>
                    </a:p>
                  </a:txBody>
                  <a:tcPr marL="178870" marR="178870" marT="178870" marB="178870" anchor="ctr"/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55.2%</a:t>
                      </a:r>
                    </a:p>
                  </a:txBody>
                  <a:tcPr marL="178870" marR="178870" marT="178870" marB="178870" anchor="ctr"/>
                </a:tc>
                <a:extLst>
                  <a:ext uri="{0D108BD9-81ED-4DB2-BD59-A6C34878D82A}">
                    <a16:rowId xmlns:a16="http://schemas.microsoft.com/office/drawing/2014/main" val="3621464994"/>
                  </a:ext>
                </a:extLst>
              </a:tr>
              <a:tr h="663807"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78870" marR="178870" marT="178870" marB="178870" anchor="ctr"/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Hotel</a:t>
                      </a:r>
                    </a:p>
                  </a:txBody>
                  <a:tcPr marL="178870" marR="178870" marT="178870" marB="178870" anchor="ctr"/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35,214</a:t>
                      </a:r>
                    </a:p>
                  </a:txBody>
                  <a:tcPr marL="178870" marR="178870" marT="178870" marB="178870" anchor="ctr"/>
                </a:tc>
                <a:tc>
                  <a:txBody>
                    <a:bodyPr/>
                    <a:lstStyle/>
                    <a:p>
                      <a:r>
                        <a:rPr lang="en-US" sz="1700" cap="none" spc="0" dirty="0">
                          <a:solidFill>
                            <a:schemeClr val="tx1"/>
                          </a:solidFill>
                        </a:rPr>
                        <a:t>44.8%</a:t>
                      </a:r>
                    </a:p>
                  </a:txBody>
                  <a:tcPr marL="178870" marR="178870" marT="178870" marB="178870" anchor="ctr"/>
                </a:tc>
                <a:extLst>
                  <a:ext uri="{0D108BD9-81ED-4DB2-BD59-A6C34878D82A}">
                    <a16:rowId xmlns:a16="http://schemas.microsoft.com/office/drawing/2014/main" val="3348888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5818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3E3E0F-32FB-E9C5-E30B-918B60087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25B7B8-9B40-D6AB-F7F7-CD2AB09CA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3434" y="1375953"/>
            <a:ext cx="3397649" cy="284072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 dirty="0"/>
              <a:t>Descriptive Statistics:</a:t>
            </a:r>
            <a:br>
              <a:rPr lang="en-US" sz="4800" dirty="0"/>
            </a:br>
            <a:r>
              <a:rPr lang="en-US" sz="4800" b="0" dirty="0"/>
              <a:t>Type of Travel</a:t>
            </a:r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8F2D5CC-88DE-B391-A2EA-3B50325502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5540581"/>
              </p:ext>
            </p:extLst>
          </p:nvPr>
        </p:nvGraphicFramePr>
        <p:xfrm>
          <a:off x="517869" y="2766923"/>
          <a:ext cx="7430012" cy="1777905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331265">
                  <a:extLst>
                    <a:ext uri="{9D8B030D-6E8A-4147-A177-3AD203B41FA5}">
                      <a16:colId xmlns:a16="http://schemas.microsoft.com/office/drawing/2014/main" val="4000461785"/>
                    </a:ext>
                  </a:extLst>
                </a:gridCol>
                <a:gridCol w="2374085">
                  <a:extLst>
                    <a:ext uri="{9D8B030D-6E8A-4147-A177-3AD203B41FA5}">
                      <a16:colId xmlns:a16="http://schemas.microsoft.com/office/drawing/2014/main" val="465367621"/>
                    </a:ext>
                  </a:extLst>
                </a:gridCol>
                <a:gridCol w="2084413">
                  <a:extLst>
                    <a:ext uri="{9D8B030D-6E8A-4147-A177-3AD203B41FA5}">
                      <a16:colId xmlns:a16="http://schemas.microsoft.com/office/drawing/2014/main" val="2923973232"/>
                    </a:ext>
                  </a:extLst>
                </a:gridCol>
                <a:gridCol w="1640249">
                  <a:extLst>
                    <a:ext uri="{9D8B030D-6E8A-4147-A177-3AD203B41FA5}">
                      <a16:colId xmlns:a16="http://schemas.microsoft.com/office/drawing/2014/main" val="823100169"/>
                    </a:ext>
                  </a:extLst>
                </a:gridCol>
              </a:tblGrid>
              <a:tr h="592635">
                <a:tc>
                  <a:txBody>
                    <a:bodyPr/>
                    <a:lstStyle/>
                    <a:p>
                      <a:r>
                        <a:rPr lang="en-US" sz="2700"/>
                        <a:t>Value</a:t>
                      </a:r>
                    </a:p>
                  </a:txBody>
                  <a:tcPr marL="138428" marR="138428" marT="69214" marB="69214" anchor="ctr"/>
                </a:tc>
                <a:tc>
                  <a:txBody>
                    <a:bodyPr/>
                    <a:lstStyle/>
                    <a:p>
                      <a:r>
                        <a:rPr lang="en-US" sz="2700" dirty="0"/>
                        <a:t>Label</a:t>
                      </a:r>
                    </a:p>
                  </a:txBody>
                  <a:tcPr marL="138428" marR="138428" marT="69214" marB="69214" anchor="ctr"/>
                </a:tc>
                <a:tc>
                  <a:txBody>
                    <a:bodyPr/>
                    <a:lstStyle/>
                    <a:p>
                      <a:r>
                        <a:rPr lang="en-US" sz="2700"/>
                        <a:t>Frequency</a:t>
                      </a:r>
                    </a:p>
                  </a:txBody>
                  <a:tcPr marL="138428" marR="138428" marT="69214" marB="69214" anchor="ctr"/>
                </a:tc>
                <a:tc>
                  <a:txBody>
                    <a:bodyPr/>
                    <a:lstStyle/>
                    <a:p>
                      <a:r>
                        <a:rPr lang="en-US" sz="2700"/>
                        <a:t>Percent</a:t>
                      </a:r>
                    </a:p>
                  </a:txBody>
                  <a:tcPr marL="138428" marR="138428" marT="69214" marB="69214" anchor="ctr"/>
                </a:tc>
                <a:extLst>
                  <a:ext uri="{0D108BD9-81ED-4DB2-BD59-A6C34878D82A}">
                    <a16:rowId xmlns:a16="http://schemas.microsoft.com/office/drawing/2014/main" val="468735629"/>
                  </a:ext>
                </a:extLst>
              </a:tr>
              <a:tr h="592635">
                <a:tc>
                  <a:txBody>
                    <a:bodyPr/>
                    <a:lstStyle/>
                    <a:p>
                      <a:r>
                        <a:rPr lang="en-US" sz="2700"/>
                        <a:t>0</a:t>
                      </a:r>
                    </a:p>
                  </a:txBody>
                  <a:tcPr marL="138428" marR="138428" marT="69214" marB="69214" anchor="ctr"/>
                </a:tc>
                <a:tc>
                  <a:txBody>
                    <a:bodyPr/>
                    <a:lstStyle/>
                    <a:p>
                      <a:r>
                        <a:rPr lang="en-US" sz="2700"/>
                        <a:t>Group</a:t>
                      </a:r>
                    </a:p>
                  </a:txBody>
                  <a:tcPr marL="138428" marR="138428" marT="69214" marB="69214" anchor="ctr"/>
                </a:tc>
                <a:tc>
                  <a:txBody>
                    <a:bodyPr/>
                    <a:lstStyle/>
                    <a:p>
                      <a:r>
                        <a:rPr lang="en-US" sz="2700"/>
                        <a:t>58,988</a:t>
                      </a:r>
                    </a:p>
                  </a:txBody>
                  <a:tcPr marL="138428" marR="138428" marT="69214" marB="69214" anchor="ctr"/>
                </a:tc>
                <a:tc>
                  <a:txBody>
                    <a:bodyPr/>
                    <a:lstStyle/>
                    <a:p>
                      <a:r>
                        <a:rPr lang="en-US" sz="2700"/>
                        <a:t>75.0%</a:t>
                      </a:r>
                    </a:p>
                  </a:txBody>
                  <a:tcPr marL="138428" marR="138428" marT="69214" marB="69214" anchor="ctr"/>
                </a:tc>
                <a:extLst>
                  <a:ext uri="{0D108BD9-81ED-4DB2-BD59-A6C34878D82A}">
                    <a16:rowId xmlns:a16="http://schemas.microsoft.com/office/drawing/2014/main" val="3781111442"/>
                  </a:ext>
                </a:extLst>
              </a:tr>
              <a:tr h="592635">
                <a:tc>
                  <a:txBody>
                    <a:bodyPr/>
                    <a:lstStyle/>
                    <a:p>
                      <a:r>
                        <a:rPr lang="en-US" sz="2700"/>
                        <a:t>1</a:t>
                      </a:r>
                    </a:p>
                  </a:txBody>
                  <a:tcPr marL="138428" marR="138428" marT="69214" marB="69214" anchor="ctr"/>
                </a:tc>
                <a:tc>
                  <a:txBody>
                    <a:bodyPr/>
                    <a:lstStyle/>
                    <a:p>
                      <a:r>
                        <a:rPr lang="en-US" sz="2700"/>
                        <a:t>Independent</a:t>
                      </a:r>
                    </a:p>
                  </a:txBody>
                  <a:tcPr marL="138428" marR="138428" marT="69214" marB="69214" anchor="ctr"/>
                </a:tc>
                <a:tc>
                  <a:txBody>
                    <a:bodyPr/>
                    <a:lstStyle/>
                    <a:p>
                      <a:r>
                        <a:rPr lang="en-US" sz="2700"/>
                        <a:t>19,663</a:t>
                      </a:r>
                    </a:p>
                  </a:txBody>
                  <a:tcPr marL="138428" marR="138428" marT="69214" marB="69214" anchor="ctr"/>
                </a:tc>
                <a:tc>
                  <a:txBody>
                    <a:bodyPr/>
                    <a:lstStyle/>
                    <a:p>
                      <a:r>
                        <a:rPr lang="en-US" sz="2700" dirty="0"/>
                        <a:t>25.0%</a:t>
                      </a:r>
                    </a:p>
                  </a:txBody>
                  <a:tcPr marL="138428" marR="138428" marT="69214" marB="69214" anchor="ctr"/>
                </a:tc>
                <a:extLst>
                  <a:ext uri="{0D108BD9-81ED-4DB2-BD59-A6C34878D82A}">
                    <a16:rowId xmlns:a16="http://schemas.microsoft.com/office/drawing/2014/main" val="1370662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8164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1C743-3177-6CE1-48CB-127CF8B95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Results: </a:t>
            </a:r>
            <a:r>
              <a:rPr lang="en-US" b="0" dirty="0"/>
              <a:t>Age</a:t>
            </a:r>
            <a:br>
              <a:rPr lang="en-US" dirty="0"/>
            </a:br>
            <a:r>
              <a:rPr lang="en-US" sz="3200" dirty="0" err="1"/>
              <a:t>sat_score</a:t>
            </a:r>
            <a:r>
              <a:rPr lang="en-US" sz="3200" dirty="0"/>
              <a:t> &amp; age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151AAD-BCA4-DCAA-341E-9F7B4FDD94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2826140"/>
              </p:ext>
            </p:extLst>
          </p:nvPr>
        </p:nvGraphicFramePr>
        <p:xfrm>
          <a:off x="521208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8982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AFE25A-7D22-CFEB-943D-2846D980A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CA29A2D-0C97-CA41-6042-9F5F59F8C9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1DB7E3E-CD92-D8BC-A2DE-74E631987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092C8C7-C04F-AEBB-2229-7E6373700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3E7FE7F-F256-2D78-B721-C3A8B69FE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1000768"/>
            <a:ext cx="3566452" cy="2985582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 dirty="0"/>
              <a:t>Correlation Results</a:t>
            </a:r>
            <a:br>
              <a:rPr lang="en-US" sz="4800" dirty="0"/>
            </a:br>
            <a:r>
              <a:rPr lang="en-US" sz="4800" dirty="0" err="1"/>
              <a:t>sat_score</a:t>
            </a:r>
            <a:r>
              <a:rPr lang="en-US" sz="4800" dirty="0"/>
              <a:t> &amp; age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13F3A66-9A2B-9944-8982-F180BD367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347C394-7CD8-A5F3-5465-D7B4D338A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5A4A1A-11BA-F407-1102-F6482216C992}"/>
              </a:ext>
            </a:extLst>
          </p:cNvPr>
          <p:cNvSpPr txBox="1"/>
          <p:nvPr/>
        </p:nvSpPr>
        <p:spPr>
          <a:xfrm>
            <a:off x="517869" y="4129662"/>
            <a:ext cx="35664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About 0.4% of the variation in satisfaction scores is explained by age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0F19905-7C4C-A9E6-EC4E-803FF6CA2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978" y="1113046"/>
            <a:ext cx="7781406" cy="4584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286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90682-9397-D40A-2F8C-D16F23F9C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DA245-F882-B142-0B72-17FBCA265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Results: </a:t>
            </a:r>
            <a:r>
              <a:rPr lang="en-US" b="0" dirty="0"/>
              <a:t>Cleanliness</a:t>
            </a:r>
            <a:br>
              <a:rPr lang="en-US" dirty="0"/>
            </a:br>
            <a:r>
              <a:rPr lang="en-US" sz="3200" dirty="0" err="1"/>
              <a:t>sat_score</a:t>
            </a:r>
            <a:r>
              <a:rPr lang="en-US" sz="3200" dirty="0"/>
              <a:t> &amp; cleanliness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053C3B-0580-48A1-8E1F-6910B60A61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3935927"/>
              </p:ext>
            </p:extLst>
          </p:nvPr>
        </p:nvGraphicFramePr>
        <p:xfrm>
          <a:off x="521208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1733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9D2709B-25A5-B6A0-7CCC-2EF96A74C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1000768"/>
            <a:ext cx="3566452" cy="2985582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 dirty="0"/>
              <a:t>Correlation Results</a:t>
            </a:r>
            <a:br>
              <a:rPr lang="en-US" sz="4800" dirty="0"/>
            </a:br>
            <a:r>
              <a:rPr lang="en-US" sz="4800" dirty="0" err="1"/>
              <a:t>sat_score</a:t>
            </a:r>
            <a:r>
              <a:rPr lang="en-US" sz="4800" dirty="0"/>
              <a:t> &amp; cleanliness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52EDD3-CE36-5170-C2AA-0FDF0D4D069A}"/>
              </a:ext>
            </a:extLst>
          </p:cNvPr>
          <p:cNvSpPr txBox="1"/>
          <p:nvPr/>
        </p:nvSpPr>
        <p:spPr>
          <a:xfrm>
            <a:off x="517869" y="4129662"/>
            <a:ext cx="35664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About 8.8% of the variation in satisfaction score is explained by cleanliness ratings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42034A5-C420-2ABC-6674-9436343D5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4834" y="1000768"/>
            <a:ext cx="7845693" cy="462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206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7E71C5-013C-6316-4CF4-9E84E3BB1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US" dirty="0"/>
              <a:t>One-Way ANOVA</a:t>
            </a:r>
            <a:br>
              <a:rPr lang="en-US" dirty="0"/>
            </a:br>
            <a:r>
              <a:rPr lang="en-US" b="0" dirty="0"/>
              <a:t>Gender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11650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944BF72-0DF2-FDE1-9281-207D1C6FA0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8175321"/>
              </p:ext>
            </p:extLst>
          </p:nvPr>
        </p:nvGraphicFramePr>
        <p:xfrm>
          <a:off x="5065776" y="978408"/>
          <a:ext cx="6620256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1693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D149A4-03E4-1B04-1946-9ACC76030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1000768"/>
            <a:ext cx="3566452" cy="298558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Satisfaction Score by </a:t>
            </a:r>
            <a:r>
              <a:rPr lang="en-US" sz="4800" b="0" dirty="0"/>
              <a:t>Gender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7FDE4B2-4ED6-9148-CCAE-7A31FAFCF0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1305394"/>
              </p:ext>
            </p:extLst>
          </p:nvPr>
        </p:nvGraphicFramePr>
        <p:xfrm>
          <a:off x="4337595" y="1000768"/>
          <a:ext cx="7333488" cy="49560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66903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A6E7B1-7E2F-FBB5-7B60-43B4EB28C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B806C8-E78F-A903-2C7A-50EE6B745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08697C-5D25-8682-19B8-EC577447F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US" dirty="0"/>
              <a:t>One-Way ANOVA</a:t>
            </a:r>
            <a:br>
              <a:rPr lang="en-US" dirty="0"/>
            </a:br>
            <a:r>
              <a:rPr lang="en-US" b="0" dirty="0"/>
              <a:t>Booking Channel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1111CB-6C77-F495-33A8-07E01F999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6F58B9-8F0A-C05A-ADE0-D5AAC91B3D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11650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650B76E-1EC9-F9A9-AD46-B355A1BF86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106850"/>
              </p:ext>
            </p:extLst>
          </p:nvPr>
        </p:nvGraphicFramePr>
        <p:xfrm>
          <a:off x="5176520" y="582729"/>
          <a:ext cx="6035149" cy="4901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AD1EA716-096C-4B13-F9D1-984148C10F33}"/>
              </a:ext>
            </a:extLst>
          </p:cNvPr>
          <p:cNvSpPr txBox="1">
            <a:spLocks/>
          </p:cNvSpPr>
          <p:nvPr/>
        </p:nvSpPr>
        <p:spPr>
          <a:xfrm>
            <a:off x="4536639" y="5484204"/>
            <a:ext cx="7314910" cy="1066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Agency bookings lead to higher satisfaction</a:t>
            </a:r>
          </a:p>
        </p:txBody>
      </p:sp>
    </p:spTree>
    <p:extLst>
      <p:ext uri="{BB962C8B-B14F-4D97-AF65-F5344CB8AC3E}">
        <p14:creationId xmlns:p14="http://schemas.microsoft.com/office/powerpoint/2010/main" val="1805968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39BA85-6BA8-B774-267F-93C00D4D0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1000768"/>
            <a:ext cx="3566452" cy="2985582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 dirty="0"/>
              <a:t>Satisfaction Score by </a:t>
            </a:r>
            <a:r>
              <a:rPr lang="en-US" sz="4800" b="0" dirty="0"/>
              <a:t>Booking Channel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C7E927C-4059-40BD-8B0C-CD1C163C0F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7220046"/>
              </p:ext>
            </p:extLst>
          </p:nvPr>
        </p:nvGraphicFramePr>
        <p:xfrm>
          <a:off x="4337595" y="1000768"/>
          <a:ext cx="7333488" cy="49560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49616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BFB5C6-2593-8FAB-7C8C-B2F626CCA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1BF972-F3E8-646C-4303-1B0C147399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49F0F-3ED2-0F43-F09B-4DC67DFF0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US" dirty="0"/>
              <a:t>One-Way ANOVA</a:t>
            </a:r>
            <a:br>
              <a:rPr lang="en-US" dirty="0"/>
            </a:br>
            <a:r>
              <a:rPr lang="en-US" b="0" dirty="0"/>
              <a:t>Travel Type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6819CC-883C-8122-97DB-EB4F85892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EF6538-E7BE-1E9E-11F5-17E403FAF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11650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1F6A58-3EA3-D71F-A57D-1C294C3E3F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3843950"/>
              </p:ext>
            </p:extLst>
          </p:nvPr>
        </p:nvGraphicFramePr>
        <p:xfrm>
          <a:off x="5074920" y="508090"/>
          <a:ext cx="6035149" cy="4901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F3FF96B8-B2D3-4C8E-1F7B-08C4602810FA}"/>
              </a:ext>
            </a:extLst>
          </p:cNvPr>
          <p:cNvSpPr txBox="1">
            <a:spLocks/>
          </p:cNvSpPr>
          <p:nvPr/>
        </p:nvSpPr>
        <p:spPr>
          <a:xfrm>
            <a:off x="4435039" y="5409565"/>
            <a:ext cx="7314910" cy="1066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Group travelers are much more satisfied than independent travelers</a:t>
            </a:r>
          </a:p>
        </p:txBody>
      </p:sp>
    </p:spTree>
    <p:extLst>
      <p:ext uri="{BB962C8B-B14F-4D97-AF65-F5344CB8AC3E}">
        <p14:creationId xmlns:p14="http://schemas.microsoft.com/office/powerpoint/2010/main" val="2099400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7A7C490-FB0D-4946-BDB7-1CF2F58DA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79D122-3F4F-2D63-4DED-097BE9F79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6117661" cy="304732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600" dirty="0"/>
              <a:t>Satisfaction Score by </a:t>
            </a:r>
            <a:br>
              <a:rPr lang="en-US" sz="6600" dirty="0"/>
            </a:br>
            <a:r>
              <a:rPr lang="en-US" sz="6600" b="0" dirty="0"/>
              <a:t>Travel Type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61CD1D-C921-4DD4-B856-8EA1D71A4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49513" y="6209925"/>
            <a:ext cx="445472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FF8F6E0-DA6D-8153-CACA-97E2780F57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9147507"/>
              </p:ext>
            </p:extLst>
          </p:nvPr>
        </p:nvGraphicFramePr>
        <p:xfrm>
          <a:off x="7262949" y="657369"/>
          <a:ext cx="4439999" cy="53877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202375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78AE69-B40D-F16B-989B-BC253DC58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 dirty="0"/>
              <a:t>Key Takeaways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645174-D980-4335-DF72-5B1A5484F8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0380483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99795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056BBB-3B73-5C69-F996-001DD4FF8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n-US" sz="4000"/>
              <a:t>Managerial Insights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9CB3731-F24E-56D8-75A3-206D20BC3D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6594958"/>
              </p:ext>
            </p:extLst>
          </p:nvPr>
        </p:nvGraphicFramePr>
        <p:xfrm>
          <a:off x="4389120" y="978408"/>
          <a:ext cx="7306056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467265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F8280-FD92-1C94-914C-3D5859BF8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Prioritize Cleanliness</a:t>
            </a:r>
            <a:br>
              <a:rPr lang="en-US" dirty="0"/>
            </a:b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7" name="Graphic 6" descr="Mop and bucket">
            <a:extLst>
              <a:ext uri="{FF2B5EF4-FFF2-40B4-BE49-F238E27FC236}">
                <a16:creationId xmlns:a16="http://schemas.microsoft.com/office/drawing/2014/main" id="{415800DF-2025-992F-B5B3-4A64619A5A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867" y="2429691"/>
            <a:ext cx="3916313" cy="391631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76C7B-09D5-D33E-46EE-ABC059021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>
            <a:normAutofit/>
          </a:bodyPr>
          <a:lstStyle/>
          <a:p>
            <a:r>
              <a:rPr lang="en-US" dirty="0"/>
              <a:t>Cleanliness showed a </a:t>
            </a:r>
            <a:r>
              <a:rPr lang="en-US" b="1" dirty="0"/>
              <a:t>moderate correlation (r = .296)</a:t>
            </a:r>
            <a:r>
              <a:rPr lang="en-US" dirty="0"/>
              <a:t> with satisfaction</a:t>
            </a:r>
          </a:p>
          <a:p>
            <a:r>
              <a:rPr lang="en-US" dirty="0"/>
              <a:t>Guests who rated cleanliness higher tended to be more satisfied</a:t>
            </a:r>
          </a:p>
          <a:p>
            <a:r>
              <a:rPr lang="en-US" b="1" dirty="0"/>
              <a:t>Recommendation:</a:t>
            </a:r>
            <a:r>
              <a:rPr lang="en-US" dirty="0"/>
              <a:t> Prioritize housekeeping quality</a:t>
            </a:r>
          </a:p>
        </p:txBody>
      </p:sp>
    </p:spTree>
    <p:extLst>
      <p:ext uri="{BB962C8B-B14F-4D97-AF65-F5344CB8AC3E}">
        <p14:creationId xmlns:p14="http://schemas.microsoft.com/office/powerpoint/2010/main" val="30560687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6A641-24F2-B253-A597-0C8660520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Improve Direct Booking Experience</a:t>
            </a:r>
            <a:endParaRPr lang="en-US" b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7" name="Graphic 6" descr="Blog">
            <a:extLst>
              <a:ext uri="{FF2B5EF4-FFF2-40B4-BE49-F238E27FC236}">
                <a16:creationId xmlns:a16="http://schemas.microsoft.com/office/drawing/2014/main" id="{E45E688E-766C-7B78-B15F-99A158FF91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867" y="2429691"/>
            <a:ext cx="3916313" cy="391631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E40E5-5575-3126-ABD0-A46FD7139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>
            <a:normAutofit/>
          </a:bodyPr>
          <a:lstStyle/>
          <a:p>
            <a:r>
              <a:rPr lang="en-US" dirty="0"/>
              <a:t>Guests who booked directly through the hotel were </a:t>
            </a:r>
            <a:r>
              <a:rPr lang="en-US" b="1" dirty="0"/>
              <a:t>less satisfied</a:t>
            </a:r>
            <a:r>
              <a:rPr lang="en-US" dirty="0"/>
              <a:t> than agency bookers</a:t>
            </a:r>
          </a:p>
          <a:p>
            <a:r>
              <a:rPr lang="en-US" dirty="0"/>
              <a:t>Suggests issues with hotel websites, expectations, or post-booking service, and overall UX</a:t>
            </a:r>
          </a:p>
          <a:p>
            <a:r>
              <a:rPr lang="en-US" b="1" dirty="0"/>
              <a:t>Recommendation:</a:t>
            </a:r>
            <a:r>
              <a:rPr lang="en-US" dirty="0"/>
              <a:t> Improve usability, clarity, and post-booking communication for direct channels and/or website redesign</a:t>
            </a:r>
          </a:p>
        </p:txBody>
      </p:sp>
    </p:spTree>
    <p:extLst>
      <p:ext uri="{BB962C8B-B14F-4D97-AF65-F5344CB8AC3E}">
        <p14:creationId xmlns:p14="http://schemas.microsoft.com/office/powerpoint/2010/main" val="41145235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737B50-2A51-C006-1902-481279F87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Personalize for Independent Travelers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7" name="Graphic 6" descr="Sleep">
            <a:extLst>
              <a:ext uri="{FF2B5EF4-FFF2-40B4-BE49-F238E27FC236}">
                <a16:creationId xmlns:a16="http://schemas.microsoft.com/office/drawing/2014/main" id="{D392FCC6-0565-56C1-DFCA-45981CAB14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867" y="2429691"/>
            <a:ext cx="3916313" cy="391631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C6573-8877-C038-7310-2EDF7ACD2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>
            <a:normAutofit/>
          </a:bodyPr>
          <a:lstStyle/>
          <a:p>
            <a:r>
              <a:rPr lang="en-US" dirty="0"/>
              <a:t>Independent travelers rated satisfaction much lower than group travelers</a:t>
            </a:r>
          </a:p>
          <a:p>
            <a:r>
              <a:rPr lang="en-US" dirty="0"/>
              <a:t>May reflect unmet expectations or lack of tailored services</a:t>
            </a:r>
          </a:p>
          <a:p>
            <a:r>
              <a:rPr lang="en-US" b="1" dirty="0"/>
              <a:t>Recommendation:</a:t>
            </a:r>
            <a:r>
              <a:rPr lang="en-US" dirty="0"/>
              <a:t> Create tailored packages or services for solo guests</a:t>
            </a:r>
          </a:p>
        </p:txBody>
      </p:sp>
    </p:spTree>
    <p:extLst>
      <p:ext uri="{BB962C8B-B14F-4D97-AF65-F5344CB8AC3E}">
        <p14:creationId xmlns:p14="http://schemas.microsoft.com/office/powerpoint/2010/main" val="14181569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6910A-637C-4C14-C383-437349014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Demographics Play a Minor Role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0BBEA-934A-8C65-7A50-CCDE7EC49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Age: Weak correlation (r = .063)</a:t>
            </a:r>
          </a:p>
          <a:p>
            <a:r>
              <a:rPr lang="en-US" dirty="0"/>
              <a:t>Indicates </a:t>
            </a:r>
            <a:r>
              <a:rPr lang="en-US" b="1" dirty="0"/>
              <a:t>demographics are not strong predictors</a:t>
            </a:r>
          </a:p>
          <a:p>
            <a:r>
              <a:rPr lang="en-US" dirty="0"/>
              <a:t>Gender results are statistically significant, but the </a:t>
            </a:r>
            <a:r>
              <a:rPr lang="en-US" b="1" dirty="0"/>
              <a:t>effect is negligible</a:t>
            </a:r>
          </a:p>
          <a:p>
            <a:r>
              <a:rPr lang="en-US" b="1" dirty="0"/>
              <a:t>Recommendation:</a:t>
            </a:r>
            <a:r>
              <a:rPr lang="en-US" dirty="0"/>
              <a:t> Focus more on behavioral and service-related variables, not demographic segmentation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215188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6865</TotalTime>
  <Words>660</Words>
  <Application>Microsoft Macintosh PowerPoint</Application>
  <PresentationFormat>Widescreen</PresentationFormat>
  <Paragraphs>168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Bierstadt</vt:lpstr>
      <vt:lpstr>GestaltVTI</vt:lpstr>
      <vt:lpstr>What Drives Hotel Guests’ Satisfaction In Europe?</vt:lpstr>
      <vt:lpstr>What factors influence hotel satisfaction scores among European travelers?</vt:lpstr>
      <vt:lpstr>Dataset Overview</vt:lpstr>
      <vt:lpstr>Variables &amp; Analysis Plan</vt:lpstr>
      <vt:lpstr>Descriptive Statistics</vt:lpstr>
      <vt:lpstr>Descriptive Statistics: Gender</vt:lpstr>
      <vt:lpstr>Descriptive Statistics: Channel of Booking</vt:lpstr>
      <vt:lpstr>Descriptive Statistics: Type of Travel</vt:lpstr>
      <vt:lpstr>Correlation Results: Age sat_score &amp; age</vt:lpstr>
      <vt:lpstr>Correlation Results sat_score &amp; age</vt:lpstr>
      <vt:lpstr>Correlation Results: Cleanliness sat_score &amp; cleanliness</vt:lpstr>
      <vt:lpstr>Correlation Results sat_score &amp; cleanliness</vt:lpstr>
      <vt:lpstr>One-Way ANOVA Gender</vt:lpstr>
      <vt:lpstr>Satisfaction Score by Gender</vt:lpstr>
      <vt:lpstr>One-Way ANOVA Booking Channel</vt:lpstr>
      <vt:lpstr>Satisfaction Score by Booking Channel</vt:lpstr>
      <vt:lpstr>One-Way ANOVA Travel Type</vt:lpstr>
      <vt:lpstr>Satisfaction Score by  Travel Type</vt:lpstr>
      <vt:lpstr>Key Takeaways</vt:lpstr>
      <vt:lpstr>Managerial Insights </vt:lpstr>
      <vt:lpstr>Prioritize Cleanliness </vt:lpstr>
      <vt:lpstr>Improve Direct Booking Experience</vt:lpstr>
      <vt:lpstr>Personalize for Independent Travelers</vt:lpstr>
      <vt:lpstr>Demographics Play a Minor Role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Marko Asaulyuk</dc:creator>
  <cp:lastModifiedBy>Marko Asaulyuk</cp:lastModifiedBy>
  <cp:revision>4</cp:revision>
  <dcterms:created xsi:type="dcterms:W3CDTF">2025-08-02T00:23:47Z</dcterms:created>
  <dcterms:modified xsi:type="dcterms:W3CDTF">2025-08-06T20:24:05Z</dcterms:modified>
</cp:coreProperties>
</file>